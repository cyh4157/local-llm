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安裝結束時畫面會印一次網址與金鑰，之後忘了隨時可以查。最簡單是雙擊 vllmctl.cmd 輸入 info；在 PowerShell 也可以直接加參數。只想看金鑰的話，可以直接讀 WSL 裡的設定檔。金鑰等同密碼，只私下給實驗室成員；外流就用 new-key 換一組。Discord bot 會自動讀，不用給它。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打錯或不在同一個網路。預設安裝桌面版，不會用終端機的同學也能直接用；習慣終端機的同學加 -Terminal 另外安裝終端機版。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管理者把 opencode\servers.example.json 複製成 servers.json，填好每台伺服器的網址和金鑰，再把整個 opencode 資料夾私下給同學。同學雙擊 install-client.cmd 就會依序加入每一台，不用自己輸入。最常見的錯誤是 name 用了中文：name 只能英數字，中文名稱請放在 label。國網這種每個人有自己金鑰的，key 留空，執行時會問。servers.json 有金鑰，已在 .gitignore 裡，不會上傳。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填 servers.json 的 models 欄位前，先查伺服器上有哪些模型。實驗室的 vLLM 一次只載入一個模型，所以只會列出一個；國網會列出很多個，請挑支援工具呼叫的填進去。PowerShell 的 Invoke-RestMethod 可以只列出模型名稱，方便直接複製。install-client 執行時第 1 步也會列出。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只會讀寫你開啟的那個專案資料夾底下的檔案，所以一定要先開啟專案資料夾。第一次進專案先打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bench；不滿意就用 switch 換回來，設定會保留、也不用重新下載。最後請大家重跑 install-client，預設模型會自動更新。Discord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直接從 Hugging Face 下載模型，所以大部分模型都能用，但要符合幾個條件：要用 Instruct 版；授權模型（例如 Meta 的 Llama）要先在模型頁面同意條款並設定 token；格式用原始權重或 AWQ / FP8，GGUF 不建議；顯存要放得下；而且要支援工具呼叫並選對 parser。小模型通常比預設的 Qwen3-4B 弱，一定要跑 bench 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切換模型時 vLLM 會重啟，所有人都會暫停約一分鐘，挑沒人用的時間或先通知。下載過的模型會一直留在 WSL 裡佔硬碟，forget 不會刪權重。啟動失敗多半是顯存不足，調小上下文或換小模型，switch 隨時可以換回原本能用的模型。repo 更新後要先跑 setup-host -SkipVllm 同步管理腳本，加過 VPN 網段的話記得帶上同樣的 -AllowFrom。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產生 PPT / Word / Excel 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AI 助手（桌面版 / 終端機版）：讀寫專案檔案、執行指令、寫程式、查資料。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server\wsl2\setup-host.cmd，同意系統管理員權限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安裝完成：查看網址與 API 金鑰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7607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2120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1：雙擊 server\wsl2\vllmctl.cmd，輸入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2：PowerShell 直接執行（在 repo 資料夾）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3：只看金鑰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wsl -d Ubuntu -- grep SERVE_API_KEY ~/vllm-server/vllm.env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換一組新金鑰（舊的立即失效）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new-key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50593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info 會印出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5059375" cy="14173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46021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模型名稱：qwen3-4b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vLLM 網址：http://192.168.1.23:8000/v1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API 金鑰 ：sk-vllm-3f9c…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566160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720840" y="3666744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639312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給同學：網址 + 金鑰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同學雙擊 install-client.cmd 貼上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25112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720840" y="4425696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98264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Discord bot 不用給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自動從 WSL 讀，換金鑰也會自動重讀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084064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720840" y="5184648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157216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國網 API 金鑰是另一把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來自國網的通知信，不在 vllmctl 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複製專案的整個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開始選單開「OpenCode」，開啟專案資料夾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安裝桌面版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加入其他伺服器：不用重裝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install-client.cmd -Url &lt;網址&gt; -Key &lt;金鑰&gt; -Name server2 -SkipInstall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終端機版：加 -Terminal　·　Ubuntu：install-client.sh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servers.json：先填好，同學雙擊就加入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66344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{ "servers": [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"labgpt",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"實驗室GPT",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"http://140.110.146.54:8000/v1",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"sk-vllm-…",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"default": true },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"nchc",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"NCHC GenAI",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"https://inner-medusa.genai.nchc.org.tw/v1",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"context": 32768,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"models": ["gpt-oss-120b", "GLM-5.2"] }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]}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00200"/>
          <a:ext cx="5608014" cy="36210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5793"/>
                <a:gridCol w="4132221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怎麼填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name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英數字代號，不能用中文、不能重複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label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裡顯示的名稱，可以用中文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url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伺服器網址，結尾要有 /v1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key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API 金鑰；留空 = 執行時再問（國網）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default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true = 設成預設模型（只設一台）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只加入這些模型；不填 = 全部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context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伺服器沒回報時的上下文（國網 32768）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enabled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false = 先不加入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5349239"/>
            <a:ext cx="5608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410C"/>
                </a:solidFill>
                <a:latin typeface="微軟正黑體"/>
                <a:ea typeface="微軟正黑體"/>
              </a:rPr>
              <a:t>⚠️ servers.json 有金鑰：只私下傳給同學，不要上傳或貼到群組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查看伺服器上有哪些模型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76656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2179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實驗室主機（在主機筆電上）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      # 目前載入的模型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models    # 用過的模型（可 switch）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任何電腦（PowerShell）：先設網址與金鑰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"http://140.110.146.54:8000/v1"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$k = "你的金鑰"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(irm "$u/models" -Headers @{Authorization="Bearer $k"}).data.id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國網：換成國網網址與自己的金鑰，再執行上面那行 irm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"https://inner-medusa.genai.nchc.org.tw/v1"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0020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772400" y="182880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78308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 vLLM：只會有 1 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一次只載入一個模型，換模型用 vllmctl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0" y="32461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20040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國網：會列出很多個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挑支援工具呼叫的，填進 servers.json 的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43484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0" y="466344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61772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install-client 也會列出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執行時第 1 步「測試連線」會顯示模型清單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桌面版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開始選單 → OpenCode → 開啟專案資料夾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終端機版（-Terminal 才有）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模型選單 / 輸入 /models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選 laptop/qwen3-4b = 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discord\client 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Discord Developer Portal 建 bot，打開 MESSAGE CONTENT INTENT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邀請 bot 時權限要勾 Attach Files，token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cd discord\client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server\wsl2\funnel.cmd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server\wsl2\vllmctl.cmd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206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 · switch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列出用過的模型 / 切換回去（設定會保留）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換模型：五個步驟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31520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243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996123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6475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跑測試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bench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260726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078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不滿意就換回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switch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qwen3-4b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449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525329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681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5329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install-client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89932" y="1801368"/>
            <a:ext cx="438912" cy="438912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20284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9932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!model 確認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74719"/>
            <a:ext cx="5120640" cy="23317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3703319"/>
            <a:ext cx="457200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都在 server\wsl2\vllmctl.cmd 裡輸入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內建組合：Qwen3-8B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models           # 列出用過的模型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switch qwen3-4b  # 換回去（設定保留）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bench            # 跑標準測試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0" y="3474719"/>
          <a:ext cx="569945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model 的欄位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裡顯示的名字（英數字）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tool parser，依模型系列選（下一頁）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使用 Hugging Face 上的模型（例：Llama 3.2）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40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條件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以 Llama 3.2 為例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要用 Instruct 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Llama-3.2-3B-Instruct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授權模型先同意條款 +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Meta Llama 要；Qwen 不用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顯存放得下（12GB 約到 8B 量化）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1B、3B 可以；11B Vision 不行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格式：原始權重 / AWQ / FP8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GGUF 不建議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支援 tool calling + 選對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6309360" cy="1234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set HF_TOKEN hf_xxxxxxxx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model meta-llama/Llama-3.2-3B-Instruct llama3.2-3b 32768 llama3_json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bench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600200"/>
          <a:ext cx="4510734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3451"/>
                <a:gridCol w="2117283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模型系列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tool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Qwen2.5 / Qwen3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Qwen3-Coder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3.1 / 3.2 / 3.3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llama4_pythonic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Gemma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gemma4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GLM-4.5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glm45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gpt-oss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openai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0" y="548640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選錯 parser：回應會直接出現 &lt;tool_call&gt; 文字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換模型的注意事項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⏸️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切換時中斷約 1 分鐘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所有人（opencode、Discord）都會暫停；挑沒人用的時間或先通知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1607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模型會佔硬碟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留在 ~/.cache/huggingface/hub/；forget 不刪權重，不用的自行刪除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啟動失敗多半是顯存不足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set SERVE_MAX_LEN 16384 或換小模型；switch 隨時換回能用的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61607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名稱改了要更新 client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同學重跑 install-client；servers.json 的 models 也要改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先同步管理腳本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repo 更新後執行 setup-host.cmd -SkipVllm（不會重裝 vLLM）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847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別讓防火牆被重設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加過 VPN 網段：同步時也帶上 -AllowFrom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桌面版 port already in use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主機筆電才會遇到：重跑 install-client 會自動修正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筆電主機（server\wsl2）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bot（discord\client）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