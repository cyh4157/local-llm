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這份教學說明實驗室怎麼用一台 Windows 筆電架設語言模型（vLLM），讓同學透過 opencode 寫程式、寫作業，並透過 Discord bot 產生簡報、Word、Excel 草稿。模型、程式碼與對話都留在實驗室，不經過雲端 API。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前兩段是系統介紹與一次性的主機安裝，第三、四段是每天會用到的 opencode 與 Discord bot，第五段是不在實驗室時怎麼連，最後是管理者需要知道的金鑰、換模型與排錯。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是唯一跑模型的地方，在筆電的 WSL 裡。opencode 和 Discord bot 都只是呼叫它的程式，所以兩者共用同一個模型和同一張顯卡。同學的電腦不需要顯卡。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左邊是筆電：WSL 裡跑 vLLM，筆電本機的 opencode 和 Discord bot 用 127.0.0.1 連它。右邊是三種使用者：在實驗室的同學直接用區網 IP；在家的同學先連學校 VPN，之後一樣用區網 IP；沒有學校帳號的校外合作者，才用 Tailscale Funnel 的公開 HTTPS 網址。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我們實測過 4B 和 8B。8B 沒有比較好：寫程式驗證錯了一半，長文件慢一倍，能同時服務的人也比較少。所以預設用 4B（2507 新版），上下文開到 32k，因為 opencode 每次請求光系統提示就要約 1 萬 token。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主機只需要一台有 NVIDIA 顯卡的 Windows 11 筆電。最容易忽略的是網路：筆電要接實驗室網路，不能接手機熱點，而且最好請網管固定 IP，不然 IP 一變，所有人都要重設。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整個安裝只要雙擊一個檔案。第一次如果還沒有 WSL，腳本會先安裝 Ubuntu 並要求重開機，重開機後從開始選單開 Ubuntu 設定帳號密碼，再雙擊一次就會繼續。結束時會印出要給同學的網址和金鑰。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這八件事都是自動的，而且可以重複執行：再跑一次只會更新，不會蓋掉你改過的設定。RTX 50 系列顯卡的相容設定也會自動處理，不需要另外裝 CUDA Toolkit。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同學的電腦不需要顯卡。安裝程式會先測試能不能連到筆電，連不到會直接說原因，常見是筆電休眠、IP 打錯或不在同一個網路。裝完一定要開新的終端機，PATH 才會生效。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opencode 只會讀寫目前資料夾底下的檔案，所以要先 cd 到專案資料夾再啟動。第一次進專案先打 /init，它會產生 AGENTS.md 記錄專案結構，小模型有了它表現好很多。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打斜線會跳出完整的指令清單。最常用的是 /models、/compact 和 /undo。@ 後面接檔名可以直接指定檔案，模型不用自己找，也比較省上下文。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 小模型可以做事，但要給明確、範圍小的任務。好的提問包含三件事：哪個檔案、哪個函式、要達到什麼結果。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 bot 不另外架模型，直接用 opencode 的 vLLM。它會自動讀 WSL 裡的金鑰，也會自動問 vLLM 目前是哪個模型，所以之後換模型、換金鑰，bot 都不用改設定。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產檔指令可以附上 txt、md、docx、pdf，或用 Discord 的「回覆」功能回覆某則訊息，模型會以那些內容為準。例如回覆一則會議記錄，輸入 !ppt 整理成組會報告。產出的都是草稿，文獻一律標為待補，模型被要求不可以捏造。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實驗室同學在家時，連上學校 VPN 就等於在校內網路，其他設定完全不用改，也不用裝 Tailscale。只有沒有學校帳號、不能用 VPN 的校外合作者，才需要用 Tailscale Funnel，而且用完就關。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第一次需要管理者和一位同學一起做，大約十分鐘。重點是找出 VPN 使用者拿到的網段，加進筆電的防火牆。LocalSubnet 一定要保留，不然實驗室裡的同學會被擋。不要用 Any 偷懶，學校常配公開 IP，Any 等於整個網際網路都連得到。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Funnel 會把 vLLM 公開成一個 HTTPS 網址，對方不用裝任何東西。但這代表全世界都連得到這個網址，唯一的保護是 API 金鑰，所以給之前先換金鑰，用完就關。腳本只公開 /v1，因為 vLLM 的金鑰只保護 /v1，/metrics 這類路徑不需要金鑰。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vllmctl 只在筆電上用，雙擊後輸入指令。最常用的是 info 和 logs。stop 可以暫時釋放顯卡，例如筆電要跑其他 GPU 程式時。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金鑰存在筆電 WSL 的 vllm.env。換金鑰後，Discord bot 會自動重讀，不用動；但每台 opencode 都要用新金鑰重跑 install-client，筆電本機的 opencode 可以自動讀金鑰，不用貼。Hugging Face token 是另一回事，只有下載需要授權的模型才要。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一次只載入一個模型，換模型就是下載新的再換掉舊的。vllmctl 會先下載完才切換，下載期間大家照常使用，切換時中斷約一分鐘。換完一定要跑 bench，再請大家重跑 install-client，原本指向舊模型的預設值會自動改成新模型。Discord bot 不用動。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校內使用時，API 金鑰加防火牆網段限制已經足夠。開 Funnel 時，全世界都連得到網址，所以只公開 /v1、用 HTTPS，並且給校外的人之前先換金鑰，用完就關。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最常見的是顯存不足和連不到。紀錄裡的 Engine core initialization failed 只是總結，往上找第一個 RuntimeError 才是真正原因。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setup-host 第一次安裝時，會先把電源、WSL 網路模式、OpenSSH 的原本狀態備份起來。uninstall-host 就照這份備份還原，並移除 vLLM、排程、防火牆規則和這台的 opencode。用舊版安裝、沒有備份的話，電源會改回 Windows 預設值，結束時會列出來。repo 的檔案和你自己下載的模型都不會動。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最後這頁可以截圖貼在實驗室群組。完整步驟寫在 repo 根目錄的「完整步驟.md」。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A04B"/>
                </a:solidFill>
                <a:latin typeface="微軟正黑體"/>
                <a:ea typeface="微軟正黑體"/>
              </a:rPr>
              <a:t>實驗室本地 LLM · 使用教學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402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自架 vLLM × opencode × Discord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FC8D6"/>
                </a:solidFill>
                <a:latin typeface="微軟正黑體"/>
                <a:ea typeface="微軟正黑體"/>
              </a:rPr>
              <a:t>一台 Windows 筆電跑模型，同學用 opencode 寫程式、用 Discord 產生 PPT / Word /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690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1508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vLLM :8000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4069080"/>
            <a:ext cx="1271016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94560" y="4069080"/>
            <a:ext cx="12710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2736" y="406908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02736" y="4069080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67528" y="4069080"/>
            <a:ext cx="1984248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67528" y="4069080"/>
            <a:ext cx="19842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Windows + WSL2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88936" y="40690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88936" y="4069080"/>
            <a:ext cx="2103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學校 VPN / Funnel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B9BB4"/>
                </a:solidFill>
                <a:latin typeface="微軟正黑體"/>
                <a:ea typeface="微軟正黑體"/>
              </a:rPr>
              <a:t>GitHub：CYH4157/local-llm · 完整步驟：完整步驟.md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今天的內容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認識系統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三個元件、整體架構、模型實測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43018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筆電主機安裝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雙擊 setup-host.cmd 一次完成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7356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7356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同學使用 opencode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356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安裝 client、基本操作、提問技巧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產生 PPT / Word / Excel 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43018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3018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不在實驗室時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3018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在家用學校 VPN、校外用 Funnel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7356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7356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管理與排錯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7356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金鑰、換模型、排錯、解除安裝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三個元件各司其職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vLLM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推論伺服器：把模型載入 GPU，提供 OpenAI 相容 API，支援 tool calling。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筆電 WSL · 服務 vllm · 埠 8000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終端機裡的 AI 助手：讀寫專案檔案、執行指令、寫程式、查資料、寫作業。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每台電腦都可以裝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在 Discord 問答、上網查詢，並產生 PPT / Word / Excel 草稿檔案。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跑在筆電 · 自動跟著 vLLM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模型、程式碼與對話都留在實驗室，</a:t>
            </a:r>
            <a:r>
              <a:rPr sz="1700" b="1">
                <a:solidFill>
                  <a:srgbClr val="2563C9"/>
                </a:solidFill>
                <a:latin typeface="微軟正黑體"/>
                <a:ea typeface="微軟正黑體"/>
              </a:rPr>
              <a:t>不經過任何雲端 API。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整體架構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Windows 筆電（主機）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WSL2 Ubuntu</a:t>
            </a:r>
          </a:p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vLLM :8000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需 API 金鑰 · Qwen3-4B · 32k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874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opencode（本機）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160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108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91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 · 自動讀金鑰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防火牆 8000：只開放實驗室網段 + 學校 VPN 網段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173736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360920" y="201168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3852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實驗室同學（在校內）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532120" y="2308860"/>
            <a:ext cx="1554480" cy="57150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132320" y="315468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0" y="342900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35584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實驗室同學（在家）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先連學校 VPN → 同上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5532120" y="2880360"/>
            <a:ext cx="1554480" cy="84582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132320" y="457200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360920" y="484632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77316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校外合作者（無學校帳號）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0A04B"/>
                </a:solidFill>
                <a:latin typeface="Consolas"/>
                <a:ea typeface="微軟正黑體"/>
              </a:rPr>
              <a:t>https://筆電.xxx.ts.net/v1（Funnel）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5532120" y="2880360"/>
            <a:ext cx="1554480" cy="2263140"/>
          </a:xfrm>
          <a:prstGeom prst="line">
            <a:avLst/>
          </a:prstGeom>
          <a:ln w="19050">
            <a:solidFill>
              <a:srgbClr val="F0A04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0" y="589788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opencode 只需要「網址 + API 金鑰」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 · 實驗室筆電 RTX 5070 Ti 12GB 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預設模型：Qwen3-4B，32k 上下文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27.5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單人生成速度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43018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121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五人同時總吞吐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7356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32k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7356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單一對話上下文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20440"/>
          <a:ext cx="11094413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50212"/>
                <a:gridCol w="2440771"/>
                <a:gridCol w="2662659"/>
                <a:gridCol w="244077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16k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32k（預設）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8B-AWQ · 32k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長文件 2.1 萬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超過上限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9.6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17.2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五人同時（總吞吐 / 最慢等待）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61 tok/s / 6.7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121 tok/s / 3.4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98 tok/s / 4.1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寫程式（執行驗證 6 個案例）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6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3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577839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8GB 顯卡請用 small 組合（4B · 16k）；換模型方式見第 06 段。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開始前的準備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Windows 11 22H2 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 mirrored 網路需要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97298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298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NVIDIA 顯卡 8GB 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裝最新版驅動；不要在 WSL 裡另裝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71636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1636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硬碟約 30GB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1636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WSL、vLLM 約 8GB、模型 4~6GB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22960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系統管理員權限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只有安裝時需要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298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298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接實驗室網路、固定 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7298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不要用手機熱點（172.20.10.x）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371636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1636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插電使用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腳本會設定插電時不睡眠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全程約 20~40 分鐘，下載約 15GB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雙擊 setup-host.cmd 完成安裝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把專案資料夾放到筆電（git clone 或複製）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opencode\host\setup-host.cmd，同意系統管理員權限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第一次沒有 WSL：自動安裝 → 重開機 → 開「Ubuntu」設定帳密 → 再雙擊一次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出現 [sudo] password 時輸入 Ubuntu 密碼（打字不會顯示）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結束時記下印出的「網址」與「API 金鑰」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600200"/>
            <a:ext cx="4510735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1828800"/>
            <a:ext cx="3962095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常用參數：setup-host.cmd -參數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-Preset small|laptop|quality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模型組合；預設依顯存自動選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LocalSubnet,&lt;VPN網段&gt;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防火牆開放來源（見第 05 段）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-SkipVllm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只重做 Windows 端：防火牆、電源、opencode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-EnableSsh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開 OpenSSH，讓人 ssh 進來用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setup-host.cmd 自動完成的事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檢查 NVIDIA 驅動、Windows 版本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77240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偵測 / 安裝 WSL2 Ubuntu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WSL 改 mirrored 網路，和筆電共用 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排程 vLLM-WSL-KeepAlive：登入後讓 WSL 常駐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61607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WSL 裝 vLLM、依顯存選模型、產生 API 金鑰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7407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防火牆開放 TCP 8000（預設只允許同網段）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461607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7407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電源：插電時不睡眠、闔上螢幕不動作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3007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461607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7407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安裝 opencode，連到本機 vLLM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同學的電腦：雙擊 install-client.cmd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09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向管理者拿「網址」和「API 金鑰」（筆電 vllmctl.cmd 輸入 info）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複製專案的 opencode\client 資料夾到自己電腦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348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開一個新的終端機，cd 到專案資料夾，輸入 opencode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600200"/>
            <a:ext cx="4510735" cy="2377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0" y="1828800"/>
            <a:ext cx="396209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網址範例（結尾要有 /v1）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http://192.168.1.23:8000/v1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腳本自動完成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1. 測試連線  2. 用 Scoop 裝 opencode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3. 寫入 opencode.json  4. 裝共用規則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206240"/>
            <a:ext cx="4510735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4389120"/>
            <a:ext cx="3962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Ubuntu 電腦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Consolas"/>
                <a:ea typeface="微軟正黑體"/>
              </a:rPr>
              <a:t>bash client/install-client.sh --url &lt;網址&gt; --key &lt;金鑰&gt; --name laptop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桌面版：opencode.ai/download 下載，再用 -SkipInstall 跑一次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第一次開啟 opencode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開新的終端機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>cd C:\Users\你\Documents\my-thesis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opencode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第一次進這個專案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/init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確認用的是筆電的模型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>/models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0" y="1709928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下方輸入框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用中文描述需求，Enter 送出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09360" y="2734056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畫面下方顯示 laptop/qwen3-4b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代表正在用筆電的 vLLM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0" y="3758184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Tab 鍵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切換 Build（會改檔）／ Plan（只分析不改）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4782312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/init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產生 AGENTS.md，之後每次對話都會參考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常用指令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28324"/>
                <a:gridCol w="776609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輸入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直接打字 + Enter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用中文描述需求（回答會是繁體中文）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@檔名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指定檔案，例：@src/train.py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Tab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 Build（會改檔）／ Plan（只分析不改）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/init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分析專案、產生 AGENTS.md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/undo · /redo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復原 / 重做上一次修改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/new · /compact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開新對話 / 壓縮過長的對話（超過上下文時用）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/exit 或 Ctrl+C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離開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讓小模型也好用的提問技巧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一次只做一件事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「在 utils.py 加一個讀 CSV 的函式」比「重構整個專案」可靠得多。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07327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直接指名檔案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 @src/train.py 指定檔案，寫出相對路徑，避免寫到 C:\。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先 Plan 再 Build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Tab 切到 Plan 讓它先列步驟，確認方向正確再切回 Build。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07327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對話變長就重來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回應變慢或出錯時用 /compact 或 /new；用中文問，回答就是中文。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37760"/>
            <a:ext cx="11094415" cy="86868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5166360"/>
            <a:ext cx="10545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範例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>@data/loader.py 的 load_csv 讀到空白列會出錯，請修正並加上單元測試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bot：接同一台 vLLM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13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先完成 02 的主機安裝（vLLM 要在跑）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在專案根目錄執行 deploy.ps1：建環境、自動填好 .env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Discord Developer Portal 建 bot，打開 MESSAGE CONTENT INTENT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邀請 bot 時權限要勾 Attach Files，token 填進 .env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測試：雙擊 start-bot.bat；正式：系統管理員執行 install-autostart.ps1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600200"/>
            <a:ext cx="4419295" cy="21031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0" y="1828800"/>
            <a:ext cx="387065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專案根目錄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powershell -ExecutionPolicy Bypass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-File .\deploy.ps1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.env 只需要手動填這一行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DISCORD_BOT_TOKEN=...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88620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498080" y="399592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金鑰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LLM_API_KEY 留空 → 自動從 WSL 讀，換金鑰也會自動重讀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489204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0" y="500176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自動用 vLLM 目前的模型，Discord 輸入 !model 可確認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6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@bot / 私訊 / 直接發言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一般問答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!web &lt;問題&gt;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上網搜尋後回答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!ppt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簡報 .pptx（含講者備註）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計畫 &lt;題目&gt;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國科會研究計畫草稿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報告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課堂報告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!excel &lt;需求&gt;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表格 .xlsx（可含公式）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!model · !reset · !help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目前模型 · 清記憶 · 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600200"/>
            <a:ext cx="3962095" cy="2103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0" y="1828800"/>
            <a:ext cx="34134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📎 附參考資料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附上 .txt / .md / .docx / .pdf，或「回覆」某則訊息再下指令，內容會以參考資料為準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886200"/>
            <a:ext cx="3962095" cy="13716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4069080"/>
            <a:ext cx="34134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2410C"/>
                </a:solidFill>
                <a:latin typeface="微軟正黑體"/>
                <a:ea typeface="微軟正黑體"/>
              </a:rPr>
              <a:t>⚠️ 產出是草稿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文獻標為 [待補]，數據與論述請自行查證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三種使用者，三種連線方式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在實驗室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區網直連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什麼都不用多做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先連學校 VPN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之後跟在實驗室一樣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第一次要把 VPN 網段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加進防火牆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校外合作者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沒有學校帳號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https://筆電.xxx.ts.net/v1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Tailscale Funnel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對方不用裝 Tailscale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用完就 off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在家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在家：先連學校 VPN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同學在家連上 VPN，ipconfig 看 VPN 網卡的 IP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瀏覽器開 http://筆電IP:8000/v1/models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看到 Unauthorized → 已經通了，跳到第 5 步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一直轉圈 → 問計中 VPN 網段，加進防火牆（右邊指令）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600200"/>
            <a:ext cx="4693615" cy="228600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23760" y="1828800"/>
            <a:ext cx="41449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host\setup-host.cmd -SkipVllm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LocalSubnet,10.8.0.0/16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10.8.0.0/16 換成學校 VPN 的網段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多個網段用逗號接下去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4069080"/>
            <a:ext cx="4693615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223760" y="4251960"/>
            <a:ext cx="41449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不要用 -AllowFrom Any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學校常配 140.x 公開 IP，Any = 整個網際網路都連得到 8000 port。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還是不通：學校 VPN 可能沒開放連實驗室網段，請計中協助。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校外合作者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校外合作者：Tailscale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筆電：雙擊 host\funnel.cmd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第一次：自動裝 Tailscale → 登入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→ 瀏覽器按「同意啟用 Funnel」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test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沒金鑰 401、有金鑰 200、/metrics 404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off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不用時就關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217920" y="1755648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09928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給之前先換金鑰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vllmctl.cmd new-key；合作結束再換一次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17920" y="2779776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734056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只公開 /v1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HTTPS 由 Tailscale 自動處理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217920" y="3803904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758184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第一次最多等 10 分鐘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公開 DNS 生效；手機關 Wi-Fi 測，看到 401 即成功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217920" y="4828032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82312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Beta 功能、有頻寬限制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適合少數人臨時用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日常管理：雙擊 host\vllmctl.cmd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5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437766"/>
                <a:gridCol w="665664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info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給同學的網址、金鑰、安裝方式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show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目前設定（金鑰遮蔽）、GPU 用量、KV cache 容量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status · logs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服務狀態 / 即時紀錄（Ctrl+C 離開）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start · stop · restart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 / 停止（釋放 GPU）/ 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presets · preset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 / 換成內建模型組合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 HF模型ID 名稱 上下文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換成任意 Hugging Face 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set 參數 值 · edit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修改 vllm.env 參數並重啟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new-key · bench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產生新金鑰 / 跑標準測試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金鑰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API 金鑰：只有一組，大家共用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查看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info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要給同學時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換新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new-key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有人離開、金鑰外流時；舊的立即失效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換金鑰之後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474719"/>
          <a:ext cx="11094414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73603"/>
                <a:gridCol w="832081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要做什麼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不用動（遇到金鑰錯誤會自動從 WSL 重讀）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筆電的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install-client.cmd -Url http://127.0.0.1:8000/v1 -SkipInstall（自動讀金鑰）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收到新金鑰後，再雙擊一次 install-client.cmd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Hugging Face token（hf_ 開頭）只有下載 Llama、Gemma 等需授權模型才需要：vllmctl.cmd → set HF_TOKEN hf_xxx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vLLM 換新模型，四個步驟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換模型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vllmctl.cmd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preset quality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或 model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619423" y="182880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3783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確認正常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423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vllmctl.cmd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bench（約 1 分鐘）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5967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更新 opencode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每台重跑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install-client.cmd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5191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03791" y="1828800"/>
            <a:ext cx="457200" cy="457200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98151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不用動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!model 確認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11880"/>
            <a:ext cx="5120640" cy="21945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3840480"/>
            <a:ext cx="4572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內建組合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preset quality   # Qwen3-8B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preset laptop    # 換回 Qwen3-4B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任意 Hugging Face 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 Qwen/Qwen3-8B-AWQ qwen3-8b 32768 hermes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943600" y="3611880"/>
          <a:ext cx="5699454" cy="2103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9780"/>
                <a:gridCol w="3399674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Qwen/Qwen3-8B-AWQ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Hugging Face 模型 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qwen3-8b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裡顯示的名字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32768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上下文；opencode 至少 16384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 用 hermes；Coder 用 qwen3_coder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四層保護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API 金鑰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每個請求都要帶 Authorization: Bearer 金鑰；外流就 new-key。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53047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447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防火牆網段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8000 只開給實驗室網段 + 學校 VPN 網段，不用 Any。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68680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Funnel 只公開 /v1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vLLM 金鑰只保護 /v1；HTTPS 由 Tailscale 自動處理。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53047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447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資料留在實驗室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模型、程式碼、對話都不經過雲端 API。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任何問題先看 vllmctl.cmd →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疑難排解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38039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215877"/>
                <a:gridCol w="6878537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症狀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處理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opencode：Cannot connect to API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status；沒在跑就 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重開機後大家都連不到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要先登入 Windows；排程 vLLM-WSL-KeepAlive 要在執行中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同學連不到、筆電本機可以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IP 變了？筆電接手機熱點？在家要先連 VPN、網段加進防火牆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啟動失敗、顯存不足（OOM）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set SERVE_MAX_LEN 16384 或 set SERVE_GPU_UTIL 0.80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報超過 context 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/compact 或 /new；常發生就加大 SERVE_MAX_LEN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Discord：連不上 vLLM / 金鑰錯誤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status；.env 的 LLM_API_KEY 清空後重啟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輸入 opencode 找不到指令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開一個新的終端機視窗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解除安裝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解除安裝並還原原本的設定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筆電（主機），會要求系統管理員權限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opencode\host\uninstall-host.cmd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看過清單後輸入 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-KeepModels      # 保留模型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-KeepOpencode    # 保留這台的 opencode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-RemoveWsl       # 整個刪除 Ubuntu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同學的電腦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opencode\client\uninstall-client.cmd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600200"/>
          <a:ext cx="5699454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61862"/>
                <a:gridCol w="353759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移除 / 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排程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 常駐、Discord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WSL 裡的 vLLM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服務、設定、金鑰、下載的模型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vLLM-opencode-8000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.wslconfig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網路模式還原成安裝前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電源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睡眠 / 休眠 / 闔上螢幕還原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Funnel · OpenSSH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關閉 / 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程式與實驗室設定（其他設定保留）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5394960"/>
            <a:ext cx="5699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備份位置：%LOCALAPPDATA%\vllm-opencode-backup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A04B"/>
                </a:solidFill>
                <a:latin typeface="微軟正黑體"/>
                <a:ea typeface="微軟正黑體"/>
              </a:rPr>
              <a:t>總結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指令小抄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安裝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筆電主機（opencode\host）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setup-host.cmd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同學電腦（opencode\client）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install-client.cmd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 bot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deploy.ps1 → start-bot.bat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43018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在專案資料夾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opencode 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/init  /models  /compact  /undo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!ppt  !word  !excel  !web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417356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管理（vllmctl.cmd）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連線資訊 / 紀錄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info · logs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換模型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preset quality · 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換金鑰 / 校外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new-key · funnel.cmd on|off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