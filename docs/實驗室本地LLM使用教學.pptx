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這份教學說明實驗室怎麼用一台 Windows 筆電架設語言模型（vLLM），讓同學透過 opencode 寫程式、寫作業，並透過 Discord bot 產生簡報、Word、Excel 草稿。模型、程式碼與對話都留在實驗室，不經過雲端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前兩段是系統介紹與一次性的主機安裝，第三、四段是每天會用到的 opencode 與 Discord bot，第五段是不在實驗室時怎麼連，最後是管理者需要知道的金鑰、換模型與排錯。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是唯一跑模型的地方，在筆電的 WSL 裡。opencode 和 Discord bot 都只是呼叫它的程式，所以兩者共用同一個模型和同一張顯卡。同學的電腦不需要顯卡。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左邊是筆電：WSL 裡跑 vLLM，筆電本機的 opencode 和 Discord bot 用 127.0.0.1 連它。右邊是三種使用者：在實驗室的同學直接用區網 IP；在家的同學先連學校 VPN，之後一樣用區網 IP；沒有學校帳號的校外合作者，才用 Tailscale Funnel 的公開 HTTPS 網址。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我們實測過 4B 和 8B。8B 沒有比較好：寫程式驗證錯了一半，長文件慢一倍，能同時服務的人也比較少。所以預設用 4B（2507 新版），上下文開到 32k，因為 opencode 每次請求光系統提示就要約 1 萬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主機只需要一台有 NVIDIA 顯卡的 Windows 11 筆電。最容易忽略的是網路：筆電要接實驗室網路，不能接手機熱點，而且最好請網管固定 IP，不然 IP 一變，所有人都要重設。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整個安裝只要雙擊一個檔案。第一次如果還沒有 WSL，腳本會先安裝 Ubuntu 並要求重開機，重開機後從開始選單開 Ubuntu 設定帳號密碼，再雙擊一次就會繼續。結束時會印出要給同學的網址和金鑰。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這八件事都是自動的，而且可以重複執行：再跑一次只會更新，不會蓋掉你改過的設定。RTX 50 系列顯卡的相容設定也會自動處理，不需要另外裝 CUDA Toolkit。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安裝結束時畫面會印一次網址與金鑰，之後忘了隨時可以查。最簡單是雙擊 vllmctl.cmd 輸入 info；在 PowerShell 也可以直接加參數。只想看金鑰的話，可以直接讀 WSL 裡的設定檔。金鑰等同密碼，只私下給實驗室成員；外流就用 new-key 換一組。Discord bot 會自動讀，不用給它。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同學的電腦不需要顯卡。安裝程式會先測試能不能連到筆電，連不到會直接說原因，常見是筆電休眠、IP 打錯或不在同一個網路。預設安裝桌面版，不會用終端機的同學也能直接用；習慣終端機的同學加 -Terminal 另外安裝終端機版。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管理者把 opencode\servers.example.json 複製成 servers.json，填好每台伺服器的網址和金鑰，再把整個 opencode 資料夾私下給同學。同學雙擊 install-client.cmd 就會依序加入每一台，不用自己輸入。最常見的錯誤是 name 用了中文：name 只能英數字，中文名稱請放在 label。國網這種每個人有自己金鑰的，key 留空，執行時會問。servers.json 有金鑰，已在 .gitignore 裡，不會上傳。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 servers.json 的 models 欄位前，先查伺服器上有哪些模型。實驗室的 vLLM 一次只載入一個模型，所以只會列出一個；國網會列出很多個，請挑支援工具呼叫的填進去。PowerShell 的 Invoke-RestMethod 可以只列出模型名稱，方便直接複製。install-client 執行時第 1 步也會列出。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opencode 只會讀寫你開啟的那個專案資料夾底下的檔案，所以一定要先開啟專案資料夾。第一次進專案先打 /init，它會產生 AGENTS.md 記錄專案結構，小模型有了它表現好很多。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打斜線會跳出完整的指令清單。最常用的是 /models、/compact 和 /undo。@ 後面接檔名可以直接指定檔案，模型不用自己找，也比較省上下文。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4B 小模型可以做事，但要給明確、範圍小的任務。好的提問包含三件事：哪個檔案、哪個函式、要達到什麼結果。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Discord bot 不另外架模型，直接用 opencode 的 vLLM。它會自動讀 WSL 裡的金鑰，也會自動問 vLLM 目前是哪個模型，所以之後換模型、換金鑰，bot 都不用改設定。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產檔指令可以附上 txt、md、docx、pdf，或用 Discord 的「回覆」功能回覆某則訊息，模型會以那些內容為準。例如回覆一則會議記錄，輸入 !ppt 整理成組會報告。產出的都是草稿，文獻一律標為待補，模型被要求不可以捏造。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實驗室同學在家時，連上學校 VPN 就等於在校內網路，其他設定完全不用改，也不用裝 Tailscale。只有沒有學校帳號、不能用 VPN 的校外合作者，才需要用 Tailscale Funnel，而且用完就關。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第一次需要管理者和一位同學一起做，大約十分鐘。重點是找出 VPN 使用者拿到的網段，加進筆電的防火牆。LocalSubnet 一定要保留，不然實驗室裡的同學會被擋。不要用 Any 偷懶，學校常配公開 IP，Any 等於整個網際網路都連得到。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Funnel 會把 vLLM 公開成一個 HTTPS 網址，對方不用裝任何東西。但這代表全世界都連得到這個網址，唯一的保護是 API 金鑰，所以給之前先換金鑰，用完就關。腳本只公開 /v1，因為 vLLM 的金鑰只保護 /v1，/metrics 這類路徑不需要金鑰。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vllmctl 只在筆電上用，雙擊後輸入指令。最常用的是 info 和 logs。stop 可以暫時釋放顯卡，例如筆電要跑其他 GPU 程式時。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金鑰存在筆電 WSL 的 vllm.env。換金鑰後，Discord bot 會自動重讀，不用動；但每台 opencode 都要用新金鑰重跑 install-client，筆電本機的 opencode 可以自動讀金鑰，不用貼。Hugging Face token 是另一回事，只有下載需要授權的模型才要。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一次只載入一個模型，換模型就是下載新的再換掉舊的。vllmctl 會先下載完才切換，下載期間大家照常使用，切換時中斷約一分鐘。換完一定要跑 bench；不滿意就用 switch 換回來，設定會保留、也不用重新下載。最後請大家重跑 install-client，預設模型會自動更新。Discord bot 不用動。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直接從 Hugging Face 下載模型，所以大部分模型都能用，但要符合幾個條件：要用 Instruct 版；授權模型（例如 Meta 的 Llama）要先在模型頁面同意條款並設定 token；格式用原始權重或 AWQ / FP8，GGUF 不建議；顯存要放得下；而且要支援工具呼叫並選對 parser。小模型通常比預設的 Qwen3-4B 弱，一定要跑 bench 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切換模型時 vLLM 會重啟，所有人都會暫停約一分鐘，挑沒人用的時間或先通知。下載過的模型會一直留在 WSL 裡佔硬碟，forget 不會刪權重。啟動失敗多半是顯存不足，調小上下文或換小模型，switch 隨時可以換回原本能用的模型。repo 更新後要先跑 setup-host -SkipVllm 同步管理腳本，加過 VPN 網段的話記得帶上同樣的 -AllowFrom。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校內使用時，API 金鑰加防火牆網段限制已經足夠。開 Funnel 時，全世界都連得到網址，所以只公開 /v1、用 HTTPS，並且給校外的人之前先換金鑰，用完就關。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最常見的是顯存不足和連不到。紀錄裡的 Engine core initialization failed 只是總結，往上找第一個 RuntimeError 才是真正原因。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setup-host 第一次安裝時，會先把電源、WSL 網路模式、OpenSSH 的原本狀態備份起來。uninstall-host 就照這份備份還原，並移除 vLLM、排程、防火牆規則和這台的 opencode。用舊版安裝、沒有備份的話，電源會改回 Windows 預設值，結束時會列出來。repo 的檔案和你自己下載的模型都不會動。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最後這頁可以截圖貼在實驗室群組。完整步驟寫在 repo 根目錄的「完整步驟.md」。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0A04B"/>
                </a:solidFill>
                <a:latin typeface="微軟正黑體"/>
                <a:ea typeface="微軟正黑體"/>
              </a:rPr>
              <a:t>實驗室本地 LLM · 使用教學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自架 vLLM × opencode × Discord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FC8D6"/>
                </a:solidFill>
                <a:latin typeface="微軟正黑體"/>
                <a:ea typeface="微軟正黑體"/>
              </a:rPr>
              <a:t>一台 Windows 筆電跑模型，同學用 opencode 寫程式、用 Discord 產生 PPT / Word /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690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508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vLLM :8000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06908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94560" y="4069080"/>
            <a:ext cx="12710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opencode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406908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02736" y="4069080"/>
            <a:ext cx="16276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Discord 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7528" y="4069080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67528" y="4069080"/>
            <a:ext cx="19842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Windows + WSL2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40690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88936" y="406908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學校 VPN / 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B9BB4"/>
                </a:solidFill>
                <a:latin typeface="微軟正黑體"/>
                <a:ea typeface="微軟正黑體"/>
              </a:rPr>
              <a:t>GitHub：CYH4157/local-llm · 完整步驟：完整步驟.md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今天的內容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認識系統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三個元件、整體架構、模型實測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60020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43018" y="19202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246888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筆電主機安裝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926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雙擊 setup-host.cmd 一次完成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7356" y="19202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356" y="246888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同學使用 opencode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2926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安裝 client、基本操作、提問技巧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4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Discord 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產生 PPT / Word / Excel 草稿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978" y="374904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3018" y="4069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61772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不在實驗室時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50749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在家用學校 VPN、校外用 Funnel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74904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7356" y="40690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563C9"/>
                </a:solidFill>
                <a:latin typeface="微軟正黑體"/>
                <a:ea typeface="微軟正黑體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7356" y="4617720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433"/>
                </a:solidFill>
                <a:latin typeface="微軟正黑體"/>
                <a:ea typeface="微軟正黑體"/>
              </a:rPr>
              <a:t>管理與排錯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7356" y="50749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金鑰、換模型、排錯、解除安裝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01 認識系統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三個元件各司其職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推論伺服器：把模型載入 GPU，提供 OpenAI 相容 API，支援 tool calling。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筆電 WSL · 服務 vllm · 埠 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43018" y="192024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7432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opencode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32461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AI 助手（桌面版 / 終端機版）：讀寫專案檔案、執行指令、寫程式、查資料。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2062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每台電腦都可以裝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002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17356" y="192024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356" y="27432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Discord 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32461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在 Discord 問答、上網查詢，並產生 PPT / Word / Excel 草稿檔案。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356" y="42062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跑在筆電 · 自動跟著 vLLM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模型、程式碼與對話都留在實驗室，</a:t>
            </a:r>
            <a:r>
              <a:rPr sz="1700" b="1">
                <a:solidFill>
                  <a:srgbClr val="2563C9"/>
                </a:solidFill>
                <a:latin typeface="微軟正黑體"/>
                <a:ea typeface="微軟正黑體"/>
              </a:rPr>
              <a:t>不經過任何雲端 API。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01 認識系統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整體架構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Windows 筆電（主機）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B9BB4"/>
                </a:solidFill>
                <a:latin typeface="微軟正黑體"/>
                <a:ea typeface="微軟正黑體"/>
              </a:rPr>
              <a:t>WSL2 Ubuntu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vLLM :8000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9EF"/>
                </a:solidFill>
                <a:latin typeface="微軟正黑體"/>
                <a:ea typeface="微軟正黑體"/>
              </a:rPr>
              <a:t>需 API 金鑰 · Qwen3-4B · 32k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874520" y="3493007"/>
            <a:ext cx="0" cy="713233"/>
          </a:xfrm>
          <a:prstGeom prst="line">
            <a:avLst/>
          </a:prstGeom>
          <a:ln w="19050">
            <a:solidFill>
              <a:srgbClr val="2563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4206240"/>
            <a:ext cx="2103120" cy="9601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opencode（本機）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微軟正黑體"/>
                <a:ea typeface="微軟正黑體"/>
              </a:rPr>
              <a:t>127.0.0.1:8000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160520" y="3493007"/>
            <a:ext cx="0" cy="713233"/>
          </a:xfrm>
          <a:prstGeom prst="line">
            <a:avLst/>
          </a:prstGeom>
          <a:ln w="19050">
            <a:solidFill>
              <a:srgbClr val="2563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08960" y="4206240"/>
            <a:ext cx="2103120" cy="9601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291840" y="4343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Discord bot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微軟正黑體"/>
                <a:ea typeface="微軟正黑體"/>
              </a:rPr>
              <a:t>127.0.0.1:8000 · 自動讀金鑰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防火牆 8000：只開放實驗室網段 + 學校 VPN 網段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73736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360920" y="2011680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實驗室同學（在校內）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563C9"/>
                </a:solidFill>
                <a:latin typeface="Consolas"/>
                <a:ea typeface="微軟正黑體"/>
              </a:rPr>
              <a:t>http://筆電IP:8000/v1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532120" y="2308860"/>
            <a:ext cx="1554480" cy="571500"/>
          </a:xfrm>
          <a:prstGeom prst="line">
            <a:avLst/>
          </a:prstGeom>
          <a:ln w="19050">
            <a:solidFill>
              <a:srgbClr val="2563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0" y="315468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360920" y="3429000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5584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實驗室同學（在家）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563C9"/>
                </a:solidFill>
                <a:latin typeface="Consolas"/>
                <a:ea typeface="微軟正黑體"/>
              </a:rPr>
              <a:t>先連學校 VPN → 同上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5532120" y="2880360"/>
            <a:ext cx="1554480" cy="845820"/>
          </a:xfrm>
          <a:prstGeom prst="line">
            <a:avLst/>
          </a:prstGeom>
          <a:ln w="19050">
            <a:solidFill>
              <a:srgbClr val="2563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0" y="457200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360920" y="4846320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77316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校外合作者（無學校帳號）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0A04B"/>
                </a:solidFill>
                <a:latin typeface="Consolas"/>
                <a:ea typeface="微軟正黑體"/>
              </a:rPr>
              <a:t>https://筆電.xxx.ts.net/v1（Funnel）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5532120" y="2880360"/>
            <a:ext cx="1554480" cy="2263140"/>
          </a:xfrm>
          <a:prstGeom prst="line">
            <a:avLst/>
          </a:prstGeom>
          <a:ln w="19050">
            <a:solidFill>
              <a:srgbClr val="F0A04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0" y="58978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BB4"/>
                </a:solidFill>
                <a:latin typeface="微軟正黑體"/>
                <a:ea typeface="微軟正黑體"/>
              </a:rPr>
              <a:t>opencode 只需要「網址 + API 金鑰」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01 認識系統 · 實驗室筆電 RTX 5070 Ti 12GB 實測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預設模型：Qwen3-4B，32k 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2563C9"/>
                </a:solidFill>
                <a:latin typeface="微軟正黑體"/>
                <a:ea typeface="微軟正黑體"/>
              </a:rPr>
              <a:t>27.5</a:t>
            </a:r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</a:rPr>
              <a:t>  tok/s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單人生成速度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3018" y="178308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2563C9"/>
                </a:solidFill>
                <a:latin typeface="微軟正黑體"/>
                <a:ea typeface="微軟正黑體"/>
              </a:rPr>
              <a:t>121</a:t>
            </a:r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</a:rPr>
              <a:t>  tok/s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651760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五人同時總吞吐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7356" y="178308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2563C9"/>
                </a:solidFill>
                <a:latin typeface="微軟正黑體"/>
                <a:ea typeface="微軟正黑體"/>
              </a:rPr>
              <a:t>32k</a:t>
            </a:r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</a:rPr>
              <a:t> 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356" y="2651760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單一對話上下文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20440"/>
          <a:ext cx="11094413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50212"/>
                <a:gridCol w="2440771"/>
                <a:gridCol w="2662659"/>
                <a:gridCol w="244077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測試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4B · 16k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4B · 32k（預設）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8B-AWQ · 32k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長文件 2.1 萬 token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❌ 超過上限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✅ 9.6 秒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✅ 17.2 秒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五人同時（總吞吐 / 最慢等待）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61 tok/s / 6.7 秒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121 tok/s / 3.4 秒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98 tok/s / 4.1 秒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寫程式（執行驗證 6 個案例）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✅ 6 / 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❌ 3 / 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577839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8GB 顯卡請用 small 組合（4B · 16k）；換模型方式見第 06 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02 筆電主機安裝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開始前的準備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Windows 11 22H2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WSL mirrored 網路需要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600200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97298" y="187452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256032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NVIDIA 顯卡 8GB 以上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297180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裝最新版驅動；不要在 WSL 裡另裝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71636" y="187452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256032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硬碟約 30GB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2971800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WSL、vLLM 約 8GB、模型 4~6GB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19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2960" y="3977639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3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系統管理員權限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1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只有安裝時需要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978" y="3703319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97298" y="3977639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7298" y="466343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接實驗室網路、固定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298" y="507491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不要用手機熱點（172.20.10.x）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703319"/>
            <a:ext cx="3545738" cy="1874519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371636" y="3977639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466343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插電使用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5074919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腳本會設定插電時不睡眠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02 筆電主機安裝 · 全程約 20~40 分鐘，下載約 15GB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雙擊 setup-host.cmd 完成安裝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把專案資料夾放到筆電（git clone 或複製）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32888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雙擊 server\wsl2\setup-host.cmd，同意系統管理員權限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74136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第一次沒有 WSL：自動安裝 → 重開機 → 開「Ubuntu」設定帳密 → 再雙擊一次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15384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出現 [sudo] password 時輸入 Ubuntu 密碼（打字不會顯示）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10912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566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結束時記下印出的「網址」與「API 金鑰」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00200"/>
            <a:ext cx="4510735" cy="42062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0" y="1828800"/>
            <a:ext cx="3962095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常用參數：setup-host.cmd -參數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-Preset small|laptop|quality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模型組合；預設依顯存自動選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-AllowFrom LocalSubnet,&lt;VPN網段&gt;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防火牆開放來源（見第 05 段）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-SkipVllm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只重做 Windows 端：防火牆、電源、opencode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-EnableSsh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開 OpenSSH，讓人 ssh 進來用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02 筆電主機安裝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setup-host.cmd 自動完成的事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檢查 NVIDIA 驅動、Windows 版本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偵測 / 安裝 WSL2 Ubuntu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1188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WSL 改 mirrored 網路，和筆電共用 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1772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排程 vLLM-WSL-KeepAlive：登入後讓 WSL 常駐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0020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61607" y="178308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160020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在 WSL 裝 vLLM、依顯存選模型、產生 API 金鑰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0604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61607" y="278892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407" y="260604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防火牆開放 TCP 8000（預設只允許同網段）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61188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61607" y="379476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7407" y="361188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電源：插電時不睡眠、闔上螢幕不動作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461772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61607" y="480060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7407" y="4617720"/>
            <a:ext cx="43127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安裝 opencode，連到本機 vLLM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02 筆電主機安裝 · 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安裝完成：查看網址與 API 金鑰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760720" cy="42062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212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方法 1：雙擊 server\wsl2\vllmctl.cmd，輸入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info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方法 2：PowerShell 直接執行（在 repo 資料夾）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server\wsl2\vllmctl.cmd info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方法 3：只看金鑰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wsl -d Ubuntu -- grep SERVE_API_KEY ~/vllm-server/vllm.env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換一組新金鑰（舊的立即失效）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server\wsl2\vllmctl.cmd new-key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50593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info 會印出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5059375" cy="141732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2280" y="2148840"/>
            <a:ext cx="46021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>模型名稱：qwen3-4b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vLLM 網址：http://192.168.1.23:8000/v1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API 金鑰 ：sk-vllm-3f9c…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66160"/>
            <a:ext cx="5059375" cy="65836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720840" y="3666744"/>
            <a:ext cx="457200" cy="4572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639312"/>
            <a:ext cx="4190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給同學：網址 + 金鑰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同學雙擊 install-client.cmd 貼上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325112"/>
            <a:ext cx="5059375" cy="65836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720840" y="4425696"/>
            <a:ext cx="457200" cy="4572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398264"/>
            <a:ext cx="4190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Discord bot 不用給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自動從 WSL 讀，換金鑰也會自動重讀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084064"/>
            <a:ext cx="5059375" cy="658368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720840" y="5184648"/>
            <a:ext cx="457200" cy="4572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157216"/>
            <a:ext cx="4190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B2433"/>
                </a:solidFill>
                <a:latin typeface="微軟正黑體"/>
                <a:ea typeface="微軟正黑體"/>
              </a:rPr>
              <a:t>國網 API 金鑰是另一把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來自國網的通知信，不在 vllmctl 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同學的電腦：雙擊 install-client.cmd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向管理者拿「網址」和「API 金鑰」（筆電 vllmctl.cmd 輸入 info）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複製專案的整個 opencode\client 資料夾到自己電腦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雙擊 install-client.cmd，貼上網址與金鑰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開始選單開「OpenCode」，開啟專案資料夾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600200"/>
            <a:ext cx="4510735" cy="23774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0" y="1828800"/>
            <a:ext cx="396209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網址範例（結尾要有 /v1）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http://192.168.1.23:8000/v1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腳本自動完成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>1. 測試連線  2. 安裝桌面版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>3. 寫入 opencode.json  4. 裝共用規則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206240"/>
            <a:ext cx="4510735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0" y="4389120"/>
            <a:ext cx="3962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加入其他伺服器：不用重裝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8"/>
                </a:solidFill>
                <a:latin typeface="Consolas"/>
                <a:ea typeface="微軟正黑體"/>
              </a:rPr>
              <a:t>install-client.cmd -Url &lt;網址&gt; -Key &lt;金鑰&gt; -Name server2 -SkipInstall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終端機版：加 -Terminal　·　Ubuntu：install-client.sh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 · 管理者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servers.json：先填好，同學雙擊就加入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66344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{ "servers": [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{ "name": "labgpt",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"label": "實驗室GPT",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"url": "http://140.110.146.54:8000/v1",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"key": "sk-vllm-…",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"default": true },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{ "name": "nchc",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"label": "NCHC GenAI",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"url": "https://inner-medusa.genai.nchc.org.tw/v1",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"key": "",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"context": 32768,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    "models": ["gpt-oss-120b", "GLM-5.2"] }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>]}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600200"/>
          <a:ext cx="5608014" cy="36210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5793"/>
                <a:gridCol w="4132221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欄位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怎麼填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name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英數字代號，不能用中文、不能重複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label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opencode 裡顯示的名稱，可以用中文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url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伺服器網址，結尾要有 /v1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key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API 金鑰；留空 = 執行時再問（國網）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default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true = 設成預設模型（只設一台）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models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只加入這些模型；不填 = 全部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context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伺服器沒回報時的上下文（國網 32768）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enabled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false = 先不加入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5349239"/>
            <a:ext cx="5608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微軟正黑體"/>
                <a:ea typeface="微軟正黑體"/>
              </a:rPr>
              <a:t>⚠️ servers.json 有金鑰：只私下傳給同學，不要上傳或貼到群組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 · 管理者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查看伺服器上有哪些模型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766560" cy="42062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2179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實驗室主機（在主機筆電上）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server\wsl2\vllmctl.cmd info      # 目前載入的模型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server\wsl2\vllmctl.cmd models    # 用過的模型（可 switch）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任何電腦（PowerShell）：先設網址與金鑰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$u = "http://140.110.146.54:8000/v1"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$k = "你的金鑰"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(irm "$u/models" -Headers @{Authorization="Bearer $k"}).data.id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onsolas"/>
                <a:ea typeface="微軟正黑體"/>
              </a:rPr>
              <a:t># 國網：換成國網網址與自己的金鑰，再執行上面那行 irm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$u = "https://inner-medusa.genai.nchc.org.tw/v1"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00200"/>
            <a:ext cx="4053535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047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實驗室 vLLM：只會有 1 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一次只載入一個模型，換模型用 vllmctl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17520"/>
            <a:ext cx="4053535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0" y="324612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200400"/>
            <a:ext cx="3047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國網：會列出很多個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挑支援工具呼叫的，填進 servers.json 的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434840"/>
            <a:ext cx="4053535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0" y="4663440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617720"/>
            <a:ext cx="3047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install-client 也會列出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執行時第 1 步「測試連線」會顯示模型清單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第一次開啟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onsolas"/>
                <a:ea typeface="微軟正黑體"/>
              </a:rPr>
              <a:t># 桌面版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0A04B"/>
                </a:solidFill>
                <a:latin typeface="Consolas"/>
                <a:ea typeface="微軟正黑體"/>
              </a:rPr>
              <a:t>開始選單 → OpenCode → 開啟專案資料夾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onsolas"/>
                <a:ea typeface="微軟正黑體"/>
              </a:rPr>
              <a:t># 終端機版（-Terminal 才有）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9EF"/>
                </a:solidFill>
                <a:latin typeface="Consolas"/>
                <a:ea typeface="微軟正黑體"/>
              </a:rPr>
              <a:t>cd C:\Users\你\Documents\my-thesis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0A04B"/>
                </a:solidFill>
                <a:latin typeface="Consolas"/>
                <a:ea typeface="微軟正黑體"/>
              </a:rPr>
              <a:t>opencode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onsolas"/>
                <a:ea typeface="微軟正黑體"/>
              </a:rPr>
              <a:t># 第一次進這個專案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0A04B"/>
                </a:solidFill>
                <a:latin typeface="Consolas"/>
                <a:ea typeface="微軟正黑體"/>
              </a:rPr>
              <a:t>/init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709928"/>
            <a:ext cx="5059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下方輸入框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用中文描述需求，Enter 送出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624328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9360" y="2734056"/>
            <a:ext cx="5059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模型選單 / 輸入 /models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選 laptop/qwen3-4b = 筆電的 vLLM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648456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0" y="3758184"/>
            <a:ext cx="5059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Tab 鍵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切換 Build（會改檔）／ Plan（只分析不改）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672584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0" y="4782312"/>
            <a:ext cx="5059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/init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產生 AGENTS.md，之後每次對話都會參考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常用指令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4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28324"/>
                <a:gridCol w="776609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輸入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作用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直接打字 + Enter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用中文描述需求（回答會是繁體中文）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@檔名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指定檔案，例：@src/train.py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Tab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切換 Build（會改檔）／ Plan（只分析不改）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/init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分析專案、產生 AGENTS.md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/models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切換模型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/undo · /redo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復原 / 重做上一次修改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/new · /compact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開新對話 / 壓縮過長的對話（超過上下文時用）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/exit 或 Ctrl+C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離開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03 同學使用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讓小模型也好用的提問技巧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10047" cy="14173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562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一次只做一件事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「在 utils.py 加一個讀 CSV 的函式」比「重構整個專案」可靠得多。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00200"/>
            <a:ext cx="5410047" cy="14173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07327" y="187452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47" y="18562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直接指名檔案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用 @src/train.py 指定檔案，寫出相對路徑，避免寫到 C:\。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10047" cy="14173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0215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先 Plan 再 Build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Tab 切到 Plan 讓它先列步驟，確認方向正確再切回 Build。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246120"/>
            <a:ext cx="5410047" cy="14173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07327" y="3520440"/>
            <a:ext cx="502920" cy="50292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47" y="350215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433"/>
                </a:solidFill>
                <a:latin typeface="微軟正黑體"/>
                <a:ea typeface="微軟正黑體"/>
              </a:rPr>
              <a:t>對話變長就重來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回應變慢或出錯時用 /compact 或 /new；用中文問，回答就是中文。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45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範例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9EF"/>
                </a:solidFill>
                <a:latin typeface="Consolas"/>
                <a:ea typeface="微軟正黑體"/>
              </a:rPr>
              <a:t>@data/loader.py 的 load_csv 讀到空白列會出錯，請修正並加上單元測試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04 Discord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Discord bot：接同一台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先完成 02 的主機安裝（vLLM 要在跑）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32888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在 discord\client 執行 deploy.ps1：建環境、自動填好 .env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7413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Discord Developer Portal 建 bot，打開 MESSAGE CONTENT INTENT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15384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邀請 bot 時權限要勾 Attach Files，token 填進 .env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10912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56632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測試：雙擊 start-bot.bat；正式：系統管理員執行 install-autostart.ps1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600200"/>
            <a:ext cx="4419295" cy="210312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0" y="1828800"/>
            <a:ext cx="387065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cd discord\client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powershell -ExecutionPolicy Bypass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-File .\deploy.ps1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.env 只需要手動填這一行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>DISCORD_BOT_TOKEN=...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886200"/>
            <a:ext cx="441929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0" y="3995928"/>
            <a:ext cx="3870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金鑰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LLM_API_KEY 留空 → 自動從 WSL 讀，換金鑰也會自動重讀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892040"/>
            <a:ext cx="441929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98080" y="5001768"/>
            <a:ext cx="3870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模型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自動用 vLLM 目前的模型，Discord 輸入 !model 可確認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04 Discord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Discord 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67665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指令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作用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@bot / 私訊 / 直接發言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一般問答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!web &lt;問題&gt;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上網搜尋後回答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!ppt &lt;主題&gt;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簡報 .pptx（含講者備註）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!word 計畫 &lt;題目&gt;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國科會研究計畫草稿 .docx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!word 報告 &lt;主題&gt;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課堂報告 .docx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!excel &lt;需求&gt;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表格 .xlsx（可含公式）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!model · !reset · !help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目前模型 · 清記憶 · 說明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600200"/>
            <a:ext cx="3962095" cy="21031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80" y="1828800"/>
            <a:ext cx="34134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📎 附參考資料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附上 .txt / .md / .docx / .pdf，或「回覆」某則訊息再下指令，內容會以參考資料為準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86200"/>
            <a:ext cx="3962095" cy="13716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4069080"/>
            <a:ext cx="34134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微軟正黑體"/>
                <a:ea typeface="微軟正黑體"/>
              </a:rPr>
              <a:t>⚠️ 產出是草稿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文獻標為 [待補]，數據與論述請自行查證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05 不在實驗室時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三種使用者，三種連線方式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</a:rPr>
              <a:t>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在實驗室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實驗室同學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C9"/>
                </a:solidFill>
                <a:latin typeface="Consolas"/>
                <a:ea typeface="微軟正黑體"/>
              </a:rPr>
              <a:t>http://筆電IP:8000/v1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區網直連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什麼都不用多做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43018" y="1920240"/>
            <a:ext cx="685800" cy="6858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78892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在家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實驗室同學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36118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C9"/>
                </a:solidFill>
                <a:latin typeface="Consolas"/>
                <a:ea typeface="微軟正黑體"/>
              </a:rPr>
              <a:t>先連學校 VPN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16052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之後跟在實驗室一樣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第一次要把 VPN 網段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加進防火牆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00200"/>
            <a:ext cx="3545738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17356" y="1920240"/>
            <a:ext cx="685800" cy="68580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356" y="278892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B2433"/>
                </a:solidFill>
                <a:latin typeface="微軟正黑體"/>
                <a:ea typeface="微軟正黑體"/>
              </a:rPr>
              <a:t>校外合作者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沒有學校帳號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361188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https://筆電.xxx.ts.net/v1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356" y="416052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Tailscale Funnel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對方不用裝 Tailscale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用完就 off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05 不在實驗室時 · 在家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在家：先連學校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19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同學在家連上 VPN，ipconfig 看 VPN 網卡的 IP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32888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瀏覽器開 http://筆電IP:8000/v1/models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74136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看到 Unauthorized → 已經通了，跳到第 5 步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15384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一直轉圈 → 問計中 VPN 網段，加進防火牆（右邊指令）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10912"/>
            <a:ext cx="457200" cy="4572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566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433"/>
                </a:solidFill>
                <a:latin typeface="微軟正黑體"/>
                <a:ea typeface="微軟正黑體"/>
              </a:rPr>
              <a:t>雙擊 install-client.cmd，貼上網址與金鑰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00200"/>
            <a:ext cx="4693615" cy="228600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23760" y="1828800"/>
            <a:ext cx="41449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筆電，會要求系統管理員權限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server\wsl2\setup-host.cmd -SkipVllm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-AllowFrom LocalSubnet,10.8.0.0/16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10.8.0.0/16 換成學校 VPN 的網段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多個網段用逗號接下去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069080"/>
            <a:ext cx="4693615" cy="173736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23760" y="4251960"/>
            <a:ext cx="41449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500" b="1">
                <a:solidFill>
                  <a:srgbClr val="C2410C"/>
                </a:solidFill>
                <a:latin typeface="微軟正黑體"/>
                <a:ea typeface="微軟正黑體"/>
              </a:rPr>
              <a:t>⚠️ 不要用 -AllowFrom Any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學校常配 140.x 公開 IP，Any = 整個網際網路都連得到 8000 port。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還是不通：學校 VPN 可能沒開放連實驗室網段，請計中協助。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05 不在實驗室時 · 校外合作者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校外合作者：Tailscale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筆電：雙擊 server\wsl2\funnel.cmd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0A04B"/>
                </a:solidFill>
                <a:latin typeface="Consolas"/>
                <a:ea typeface="微軟正黑體"/>
              </a:rPr>
              <a:t>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第一次：自動裝 Tailscale → 登入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→ 瀏覽器按「同意啟用 Funnel」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0A04B"/>
                </a:solidFill>
                <a:latin typeface="Consolas"/>
                <a:ea typeface="微軟正黑體"/>
              </a:rPr>
              <a:t>test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沒金鑰 401、有金鑰 200、/metrics 404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0A04B"/>
                </a:solidFill>
                <a:latin typeface="Consolas"/>
                <a:ea typeface="微軟正黑體"/>
              </a:rPr>
              <a:t>off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onsolas"/>
                <a:ea typeface="微軟正黑體"/>
              </a:rPr>
              <a:t># 不用時就關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17920" y="1755648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09928"/>
            <a:ext cx="45107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給之前先換金鑰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vllmctl.cmd new-key；合作結束再換一次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24328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217920" y="2779776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734056"/>
            <a:ext cx="45107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只公開 /v1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HTTPS 由 Tailscale 自動處理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648456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217920" y="3803904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758184"/>
            <a:ext cx="45107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第一次最多等 10 分鐘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公開 DNS 生效；手機關 Wi-Fi 測，看到 401 即成功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672584"/>
            <a:ext cx="5608015" cy="86868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217920" y="4828032"/>
            <a:ext cx="548640" cy="54864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782312"/>
            <a:ext cx="45107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Beta 功能、有頻寬限制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微軟正黑體"/>
                <a:ea typeface="微軟正黑體"/>
              </a:rPr>
              <a:t>適合少數人臨時用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日常管理：雙擊 server\wsl2\vllmctl.cmd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5" cy="4206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437766"/>
                <a:gridCol w="665664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指令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作用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info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給同學的網址、金鑰、安裝方式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show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目前設定（金鑰遮蔽）、GPU 用量、KV cache 容量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status · logs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服務狀態 / 即時紀錄（Ctrl+C 離開）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start · stop · restart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啟動 / 停止（釋放 GPU）/ 重啟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presets · preset 名稱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列出 / 換成內建模型組合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model HF模型ID 名稱 上下文 parser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換成任意 Hugging Face 模型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models · switch 名稱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列出用過的模型 / 切換回去（設定會保留）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set 參數 值 · edit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修改 vllm.env 參數並重啟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new-key · bench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產生新金鑰 / 跑標準測試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金鑰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API 金鑰：只有一組，大家共用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433"/>
                </a:solidFill>
                <a:latin typeface="微軟正黑體"/>
                <a:ea typeface="微軟正黑體"/>
              </a:rPr>
              <a:t>查看  </a:t>
            </a:r>
            <a:r>
              <a:rPr sz="1500" b="0">
                <a:solidFill>
                  <a:srgbClr val="2563C9"/>
                </a:solidFill>
                <a:latin typeface="Consolas"/>
                <a:ea typeface="微軟正黑體"/>
              </a:rPr>
              <a:t>vllmctl.cmd → info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要給同學時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433"/>
                </a:solidFill>
                <a:latin typeface="微軟正黑體"/>
                <a:ea typeface="微軟正黑體"/>
              </a:rPr>
              <a:t>換新  </a:t>
            </a:r>
            <a:r>
              <a:rPr sz="1500" b="0">
                <a:solidFill>
                  <a:srgbClr val="2563C9"/>
                </a:solidFill>
                <a:latin typeface="Consolas"/>
                <a:ea typeface="微軟正黑體"/>
              </a:rPr>
              <a:t>vllmctl.cmd → new-key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軟正黑體"/>
                <a:ea typeface="微軟正黑體"/>
              </a:rPr>
              <a:t>有人離開、金鑰外流時；舊的立即失效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換金鑰之後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474719"/>
          <a:ext cx="11094414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誰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要做什麼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Discord bot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✅ 不用動（遇到金鑰錯誤會自動從 WSL 重讀）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筆電的 opencode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install-client.cmd -Url http://127.0.0.1:8000/v1 -SkipInstall（自動讀金鑰）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同學的 opencode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收到新金鑰後，再雙擊一次 install-client.cmd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BB4"/>
                </a:solidFill>
                <a:latin typeface="微軟正黑體"/>
                <a:ea typeface="微軟正黑體"/>
              </a:rPr>
              <a:t>Hugging Face token（hf_ 開頭）只有下載 Llama、Gemma 等需授權模型才需要：vllmctl.cmd → set HF_TOKEN hf_xxx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換模型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vLLM 換模型：五個步驟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036003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31520" y="1801368"/>
            <a:ext cx="438912" cy="438912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828800"/>
            <a:ext cx="12587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換模型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7159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preset quality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或 model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3243" y="1600200"/>
            <a:ext cx="2036003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996123" y="1801368"/>
            <a:ext cx="438912" cy="438912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6475" y="1828800"/>
            <a:ext cx="12587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跑測試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6123" y="2377440"/>
            <a:ext cx="17159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bench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（約 1 分鐘）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7846" y="1600200"/>
            <a:ext cx="2036003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260726" y="1801368"/>
            <a:ext cx="438912" cy="438912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078" y="1828800"/>
            <a:ext cx="12587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不滿意就換回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726" y="2377440"/>
            <a:ext cx="17159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switch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qwen3-4b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449" y="1600200"/>
            <a:ext cx="2036003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525329" y="1801368"/>
            <a:ext cx="438912" cy="438912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681" y="1828800"/>
            <a:ext cx="12587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更新 opencode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329" y="2377440"/>
            <a:ext cx="17159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每台重跑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install-client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1600200"/>
            <a:ext cx="2036003" cy="1600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89932" y="1801368"/>
            <a:ext cx="438912" cy="438912"/>
          </a:xfrm>
          <a:prstGeom prst="ellipse">
            <a:avLst/>
          </a:prstGeom>
          <a:solidFill>
            <a:srgbClr val="F0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20284" y="1828800"/>
            <a:ext cx="12587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433"/>
                </a:solidFill>
                <a:latin typeface="微軟正黑體"/>
                <a:ea typeface="微軟正黑體"/>
              </a:rPr>
              <a:t>Discord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9932" y="2377440"/>
            <a:ext cx="17159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不用動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4A5568"/>
                </a:solidFill>
                <a:latin typeface="Consolas"/>
                <a:ea typeface="微軟正黑體"/>
              </a:rPr>
              <a:t>!model 確認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74719"/>
            <a:ext cx="5120640" cy="233172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3703319"/>
            <a:ext cx="45720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都在 server\wsl2\vllmctl.cmd 裡輸入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preset quality   # 內建組合：Qwen3-8B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model Qwen/Qwen3-8B-AWQ qwen3-8b 32768 hermes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models           # 列出用過的模型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switch qwen3-4b  # 換回去（設定保留）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bench            # 跑標準測試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43600" y="3474719"/>
          <a:ext cx="5699454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9780"/>
                <a:gridCol w="3399674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model 的欄位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說明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Qwen/Qwen3-8B-AWQ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Hugging Face 模型 ID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qwen3-8b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opencode 裡顯示的名字（英數字）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32768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上下文；opencode 至少 16384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hermes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tool parser，依模型系列選（下一頁）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換模型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使用 Hugging Face 上的模型（例：Llama 3.2）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630936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40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條件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以 Llama 3.2 為例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要用 Instruct 版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Llama-3.2-3B-Instruct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授權模型先同意條款 + token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Meta Llama 要；Qwen 不用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顯存放得下（12GB 約到 8B 量化）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1B、3B 可以；11B Vision 不行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格式：原始權重 / AWQ / FP8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GGUF 不建議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支援 tool calling + 選對 parser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llama3_json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72000"/>
            <a:ext cx="6309360" cy="123444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set HF_TOKEN hf_xxxxxxxx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model meta-llama/Llama-3.2-3B-Instruct llama3.2-3b 32768 llama3_json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04B"/>
                </a:solidFill>
                <a:latin typeface="Consolas"/>
                <a:ea typeface="微軟正黑體"/>
              </a:rPr>
              <a:t>bench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600200"/>
          <a:ext cx="4510734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3451"/>
                <a:gridCol w="2117283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模型系列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tool parser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Qwen2.5 / Qwen3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hermes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Qwen3-Coder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qwen3_coder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Llama 3.1 / 3.2 / 3.3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llama3_json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Llama 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llama4_pythonic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Mistral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mistral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Gemma 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gemma4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GLM-4.5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glm45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gpt-oss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Consolas"/>
                          <a:ea typeface="微軟正黑體"/>
                        </a:rPr>
                        <a:t>openai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5486400"/>
            <a:ext cx="45107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BB4"/>
                </a:solidFill>
                <a:latin typeface="微軟正黑體"/>
                <a:ea typeface="微軟正黑體"/>
              </a:rPr>
              <a:t>選錯 parser：回應會直接出現 &lt;tool_call&gt; 文字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換模型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換模型的注意事項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189280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⏸️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0136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切換時中斷約 1 分鐘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所有人（opencode、Discord）都會暫停；挑沒人用的時間或先通知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0020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61607" y="189280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47" y="180136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模型會佔硬碟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forget 不刪權重；用 hf cache ls 查、hf cache rm 刪（刪資料夾不會釋放）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31012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1868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啟動失敗多半是顯存不足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set SERVE_MAX_LEN 16384 或換小模型；switch 隨時換回能用的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01752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61607" y="331012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🏷️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47" y="321868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名稱改了要更新 client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同學重跑 install-client；servers.json 的 models 也要改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472744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3600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先同步管理腳本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repo 更新後執行 setup-host.cmd -SkipVllm（不會重裝 vLLM）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434840"/>
            <a:ext cx="5410047" cy="123444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61607" y="4727448"/>
            <a:ext cx="594360" cy="59436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847" y="4636008"/>
            <a:ext cx="42213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433"/>
                </a:solidFill>
                <a:latin typeface="微軟正黑體"/>
                <a:ea typeface="微軟正黑體"/>
              </a:rPr>
              <a:t>別讓防火牆被重設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微軟正黑體"/>
                <a:ea typeface="微軟正黑體"/>
              </a:rPr>
              <a:t>加過 VPN 網段：同步時也帶上 -AllowFrom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四層保護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10047" cy="1828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20240"/>
            <a:ext cx="38555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B2433"/>
                </a:solidFill>
                <a:latin typeface="微軟正黑體"/>
                <a:ea typeface="微軟正黑體"/>
              </a:rPr>
              <a:t>API 金鑰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每個請求都要帶 Authorization: Bearer 金鑰；外流就 new-key。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00200"/>
            <a:ext cx="5410047" cy="1828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53047" y="192024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447" y="1920240"/>
            <a:ext cx="38555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B2433"/>
                </a:solidFill>
                <a:latin typeface="微軟正黑體"/>
                <a:ea typeface="微軟正黑體"/>
              </a:rPr>
              <a:t>防火牆網段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8000 只開給實驗室網段 + 學校 VPN 網段，不用 Any。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410047" cy="1828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402336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023360"/>
            <a:ext cx="38555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B2433"/>
                </a:solidFill>
                <a:latin typeface="微軟正黑體"/>
                <a:ea typeface="微軟正黑體"/>
              </a:rPr>
              <a:t>Funnel 只公開 /v1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vLLM 金鑰只保護 /v1；HTTPS 由 Tailscale 自動處理。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703320"/>
            <a:ext cx="5410047" cy="1828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53047" y="4023360"/>
            <a:ext cx="640080" cy="640080"/>
          </a:xfrm>
          <a:prstGeom prst="ellipse">
            <a:avLst/>
          </a:prstGeom>
          <a:solidFill>
            <a:srgbClr val="E6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447" y="4023360"/>
            <a:ext cx="38555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B2433"/>
                </a:solidFill>
                <a:latin typeface="微軟正黑體"/>
                <a:ea typeface="微軟正黑體"/>
              </a:rPr>
              <a:t>資料留在實驗室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微軟正黑體"/>
                <a:ea typeface="微軟正黑體"/>
              </a:rPr>
              <a:t>模型、程式碼、對話都不經過雲端 API。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任何問題先看 vllmctl.cmd →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疑難排解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4" cy="38039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15877"/>
                <a:gridCol w="6878537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症狀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處理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opencode：Cannot connect to API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vllmctl.cmd → status；沒在跑就 start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重開機後大家都連不到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要先登入 Windows；排程 vLLM-WSL-KeepAlive 要在執行中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同學連不到、筆電本機可以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IP 變了？筆電接手機熱點？在家要先連 VPN、網段加進防火牆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啟動失敗、顯存不足（OOM）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vllmctl.cmd → set SERVE_MAX_LEN 16384 或 set SERVE_GPU_UTIL 0.80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opencode 報超過 context 上限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/compact 或 /new；常發生就加大 SERVE_MAX_LEN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Discord：連不上 vLLM / 金鑰錯誤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vllmctl.cmd → status；.env 的 LLM_API_KEY 清空後重啟 bot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桌面版 port already in use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主機筆電才會遇到：重跑 install-client 會自動修正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C9"/>
                </a:solidFill>
                <a:latin typeface="微軟正黑體"/>
                <a:ea typeface="微軟正黑體"/>
              </a:rPr>
              <a:t>06 管理與排錯 · 解除安裝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433"/>
                </a:solidFill>
                <a:latin typeface="微軟正黑體"/>
                <a:ea typeface="微軟正黑體"/>
              </a:rPr>
              <a:t>解除安裝並還原原本的設定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筆電（主機），會要求系統管理員權限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server\wsl2\uninstall-host.cmd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看過清單後輸入 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常用參數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-KeepModels      # 保留模型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-KeepOpencode    # 保留這台的 opencode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-RemoveWsl       # 整個刪除 Ubuntu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9EF"/>
                </a:solidFill>
                <a:latin typeface="Consolas"/>
                <a:ea typeface="微軟正黑體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onsolas"/>
                <a:ea typeface="微軟正黑體"/>
              </a:rPr>
              <a:t># 同學的電腦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0A04B"/>
                </a:solidFill>
                <a:latin typeface="Consolas"/>
                <a:ea typeface="微軟正黑體"/>
              </a:rPr>
              <a:t>opencode\client\uninstall-client.cmd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600200"/>
          <a:ext cx="5699454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1862"/>
                <a:gridCol w="35375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項目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微軟正黑體"/>
                          <a:ea typeface="微軟正黑體"/>
                        </a:rPr>
                        <a:t>移除 / 還原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E6E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排程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vLLM 常駐、Discord bot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WSL 裡的 vLLM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服務、設定、金鑰、下載的模型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防火牆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vLLM-opencode-8000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.wslconfig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網路模式還原成安裝前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電源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睡眠 / 休眠 / 闔上螢幕還原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Funnel · OpenSSH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關閉 / 還原成安裝前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opencode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8"/>
                          </a:solidFill>
                          <a:latin typeface="微軟正黑體"/>
                          <a:ea typeface="微軟正黑體"/>
                        </a:rPr>
                        <a:t>程式與實驗室設定（其他設定保留）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2DFD8"/>
                      </a:solidFill>
                    </a:lnL>
                    <a:lnR w="9525">
                      <a:solidFill>
                        <a:srgbClr val="E2DFD8"/>
                      </a:solidFill>
                    </a:lnR>
                    <a:lnT w="9525">
                      <a:solidFill>
                        <a:srgbClr val="E2DFD8"/>
                      </a:solidFill>
                    </a:lnT>
                    <a:lnB w="9525">
                      <a:solidFill>
                        <a:srgbClr val="E2DFD8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5394960"/>
            <a:ext cx="5699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BB4"/>
                </a:solidFill>
                <a:latin typeface="微軟正黑體"/>
                <a:ea typeface="微軟正黑體"/>
              </a:rPr>
              <a:t>備份位置：%LOCALAPPDATA%\vllm-opencode-backup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A04B"/>
                </a:solidFill>
                <a:latin typeface="微軟正黑體"/>
                <a:ea typeface="微軟正黑體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指令小抄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微軟正黑體"/>
                <a:ea typeface="微軟正黑體"/>
              </a:rPr>
              <a:t>實驗室本地 LLM 使用教學 ·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4206240"/>
          </a:xfrm>
          <a:prstGeom prst="roundRect">
            <a:avLst>
              <a:gd name="adj" fmla="val 6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A04B"/>
                </a:solidFill>
                <a:latin typeface="微軟正黑體"/>
                <a:ea typeface="微軟正黑體"/>
              </a:rPr>
              <a:t>安裝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筆電主機（server\wsl2）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setup-host.cmd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同學電腦（opencode\client）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install-client.cmd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Discord bot（discord\client）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deploy.ps1 → start-bot.bat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4206240"/>
          </a:xfrm>
          <a:prstGeom prst="roundRect">
            <a:avLst>
              <a:gd name="adj" fmla="val 6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43018" y="18745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A04B"/>
                </a:solidFill>
                <a:latin typeface="微軟正黑體"/>
                <a:ea typeface="微軟正黑體"/>
              </a:rPr>
              <a:t>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5603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在專案資料夾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opencode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opencode 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/init  /models  /compact  /undo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66344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Discord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!ppt  !word  !excel  !web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00200"/>
            <a:ext cx="3545738" cy="4206240"/>
          </a:xfrm>
          <a:prstGeom prst="roundRect">
            <a:avLst>
              <a:gd name="adj" fmla="val 6000"/>
            </a:avLst>
          </a:prstGeom>
          <a:solidFill>
            <a:srgbClr val="1C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7356" y="187452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A04B"/>
                </a:solidFill>
                <a:latin typeface="微軟正黑體"/>
                <a:ea typeface="微軟正黑體"/>
              </a:rPr>
              <a:t>管理（vllmctl.cmd）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356" y="25603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連線資訊 / 紀錄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info ·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361188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換模型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preset quality · 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356" y="466344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微軟正黑體"/>
                <a:ea typeface="微軟正黑體"/>
              </a:rPr>
              <a:t>換金鑰 / 校外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微軟正黑體"/>
              </a:rPr>
              <a:t>new-key · funnel.cmd on|off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