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這份教學說明實驗室怎麼用一台 Windows 筆電架設語言模型（vLLM），讓同學透過 opencode 寫程式、寫作業，並透過 Discord bot 產生簡報、Word、Excel 草稿。模型、程式碼與對話都留在實驗室，不經過雲端 API。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前兩段是系統介紹與一次性的主機安裝，第三、四段是每天會用到的 opencode 與 Discord bot，第五段是不在實驗室時怎麼連，最後是管理者需要知道的金鑰、換模型與排錯。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是唯一跑模型的地方，在筆電的 WSL 裡。opencode 和 Discord bot 都只是呼叫它的程式，所以兩者共用同一個模型和同一張顯卡。同學的電腦不需要顯卡。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左邊是筆電：WSL 裡跑 vLLM，筆電本機的 opencode 和 Discord bot 用 127.0.0.1 連它。右邊是三種使用者：在實驗室的同學直接用區網 IP；在家的同學先連學校 VPN，之後一樣用區網 IP；沒有學校帳號的校外合作者，才用 Tailscale Funnel 的公開 HTTPS 網址。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我們實測過 4B 和 8B。8B 沒有比較好：寫程式驗證錯了一半，長文件慢一倍，能同時服務的人也比較少。所以預設用 4B（2507 新版），上下文開到 32k，因為 opencode 每次請求光系統提示就要約 1 萬 token。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主機只需要一台有 NVIDIA 顯卡的 Windows 11 筆電。最容易忽略的是網路：筆電要接實驗室網路，不能接手機熱點，而且最好請網管固定 IP，不然 IP 一變，所有人都要重設。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整個安裝只要雙擊一個檔案。第一次如果還沒有 WSL，腳本會先安裝 Ubuntu 並要求重開機，重開機後從開始選單開 Ubuntu 設定帳號密碼，再雙擊一次就會繼續。結束時會印出要給同學的網址和金鑰。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這八件事都是自動的，而且可以重複執行：再跑一次只會更新，不會蓋掉你改過的設定。RTX 50 系列顯卡的相容設定也會自動處理，不需要另外裝 CUDA Toolkit。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安裝結束時畫面會印一次網址與金鑰，之後忘了隨時可以查。最簡單是雙擊 vllmctl.cmd 輸入 info；在 PowerShell 也可以直接加參數。只想看金鑰的話，可以直接讀 WSL 裡的設定檔。金鑰等同密碼，只私下給實驗室成員；外流就用 new-key 換一組。Discord bot 會自動讀，不用給它。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裝完、換模型、重開機之後，先在主機上自己測一次，再請同學連。指令都在 Linux 裡執行：筆電主機先輸入 wsl -d Ubuntu 進入 Ubuntu，Ubuntu 伺服器直接執行。健康檢查印出 ok 代表服務在跑；計時測試會真的請模型回一句話，金鑰從 vllm.env 讀，不用貼。正常 1 秒內回來；Couldn't connect 代表還在啟動或沒在跑；超過 10 秒或卡住，看下一頁的排查。bench 是完整測速，會測單人、多人同時與長文件，約數分鐘。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照順序看：服務狀態與紀錄 → GPU 有沒有在動 → CPU 誰在忙 → 用 py-spy 看 vLLM 卡在哪一行 → 驅動有沒有記錄 GPU 錯誤。實例：H200 生成每秒只有 0.2 token，GPU 使用率 0%，連 systemd 都停不掉。py-spy 顯示停在 cudaMemcpyAsync，也就是在等 GPU 傳輸；dmesg 沒有 Xid、PCIe Gen5 x16 正常，重開機後 Initializing model 從 107 秒變 6 秒，恢復正常。GPU 傳輸測速：~/vllm-server/.venv/bin/python 跑 torch 把 256MB 搬到 GPU，正常一般記憶體 5~20 GB/s、鎖定記憶體 30~55 GB/s。重開後還是一樣，或 dmesg 有 Xid，就交給機房檢查 GPU。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同學的電腦不需要顯卡。安裝程式會先測試能不能連到筆電，連不到會直接說原因，常見是筆電休眠、IP 打錯或不在同一個網路。預設安裝桌面版，不會用終端機的同學也能直接用；習慣終端機的同學加 -Terminal 另外安裝終端機版。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管理者把 opencode\servers.example.json 複製成 servers.json，填好每台伺服器的網址和金鑰，再把整個 opencode 資料夾私下給同學。同學雙擊 install-client.cmd 就會依序加入每一台，不用自己輸入。最常見的錯誤是 name 用了中文：name 只能英數字，中文名稱請放在 label。國網這種每個人有自己金鑰的，key 留空，執行時會問。servers.json 有金鑰，已在 .gitignore 裡，不會上傳。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安裝前可以先用瀏覽器開伺服器網址（結尾 /v1）測試：看到 Unauthorized 代表連得到，只是瀏覽器沒帶金鑰；轉圈圈或打不開才是連不到（IP 錯、沒開機、沒連 VPN）。這是 servers.json 填了兩台伺服器時，雙擊 install-client.cmd 的實際畫面（右圖接在左圖後面）。第一台實驗室 GPT：先測試連線並列出模型，接著安裝桌面版、寫入設定、裝共用規則，每一步都是 [OK]。第二台國網的金鑰沒填對，出現 401 未經授權：這台會被跳過，其他照常安裝，修好金鑰後再雙擊一次就會補加入，已經加過的不會重複。最後一步裝好文件工具 labdoc 和 /slides、/pdf2word 等指令，看到「完成」後從開始選單開 OpenCode；OpenCode 原本開著的話要先關掉再開，才會讀到新設定。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填 servers.json 的 models 欄位前，先查伺服器上有哪些模型。實驗室的 vLLM 一次只載入一個模型，所以只會列出一個；國網會列出很多個，請挑支援工具呼叫的填進去。PowerShell 的 Invoke-RestMethod 可以只列出模型名稱，方便直接複製。install-client 執行時第 1 步也會列出。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只會讀寫你開啟的那個專案資料夾底下的檔案，所以一定要先開啟專案資料夾。第一次進專案先打 /init，它會產生 AGENTS.md 記錄專案結構，小模型有了它表現好很多。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打斜線會跳出完整的指令清單。最常用的是 /models、/compact 和 /undo。@ 後面接檔名可以直接指定檔案，模型不用自己找，也比較省上下文。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4B 小模型可以做事，但要給明確、範圍小的任務。好的提問包含三件事：哪個檔案、哪個函式、要達到什麼結果。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 bot 不另外架模型，直接用 opencode 的 vLLM。它會自動讀 WSL 裡的金鑰，也會自動問 vLLM 目前是哪個模型，所以之後換模型、換金鑰，bot 都不用改設定。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程式只用到 Message Content 這一個 privileged intent，其他兩個關掉，少收一類事件也少一份個資。公開機器人一定要關：開著的話，邀請連結外流時別人也能把 bot 拉進他們的伺服器，用的是實驗室的顯卡。關掉之後只有應用程式擁有者能邀請。重新導向 URI 只邀 bot 用不到，可以不填。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到 discord.com/developers/applications 按「新建應用程式」，名稱取好認的，例如 LabGPT-H200。每台要跑 bot 的主機各建一個：同一個 token 同時在兩台跑，每則訊息會被回兩次。建好後左邊選「機器人」，按「重設權杖」再按「複製」。token 只會顯示這一次，馬上貼到 deploy.sh --token 或 .env；之後忘了就再重設一次，舊的會立刻失效。這個 token 是 Discord 的，不是 vLLM 的 sk-vllm- 金鑰，vLLM 金鑰 bot 會自動讀。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這是剛建好 bot 時的預設狀態，三個地方要改。公開機器人要關，不然邀請連結外流時別人也能把 bot 拉進他們的伺服器。Presence 和 Server Members 程式沒用到，關掉。Message Content 一定要開：圖中沒開，bot 啟動時就會出現 PrivilegedIntentsRequired 而一直重啟，Discord 上看到 bot 是離線。改完要按畫面下方跳出來的「儲存變更」。改開關不用重設 token；存好後 bot 會在 10 秒內自動重試連上。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左邊選 OAuth2，往下到「OAuth2 URL 產生器」：範圍只勾 bot，下方的機器人權限勾檢視頻道、傳送訊息、附加檔案、讀取訊息歷史記錄這四個（圖中已捲到下面，傳送訊息在上方）。重新導向不用填。整合類型選公會安裝，複製最下面產生的網址，用瀏覽器打開，選要加入的伺服器、按繼續再按授權。要有那個伺服器的「管理伺服器」權限才看得到它。機器人頁也有一個權限計算器，那個不會產生邀請網址，用這一頁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 跟 vLLM 跑在同一台，金鑰自動讀 ~/vllm-server/vllm.env，不用貼。deploy.sh 會確認 vLLM、建 Python 環境、產生 .env，最後註冊成 systemd 服務 discord-bot：開機自動啟動、掛掉 10 秒後自動重啟。第 4 步要輸入 Ubuntu 密碼（sudo）。看到「[已上線]」就完成，在 Discord 輸入 !help 試試看。Windows 筆電改用 discord\client\deploy.ps1（vLLM 在 WSL），步驟見 discord-bot.md。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產檔指令可以附上 txt、md、docx、pdf，或用 Discord 的「回覆」功能回覆某則訊息，模型會以那些內容為準。例如回覆一則會議記錄，輸入 !ppt 整理成組會報告。產出的都是草稿，文獻一律標為待補，模型被要求不可以捏造。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程式目前不檢查身分組，所以誰能用是靠 Discord 的頻道權限：bot 的身分組只開放 llm 頻道。ALLOWED_CHANNEL_ID 預設是空的，這時 bot 會回覆它看得到的每個頻道的每則訊息，上線前一定要填 #llm-問答 的頻道 ID（Discord 設定開啟開發者模式，對頻道按右鍵「複製頻道 ID」）。私訊不受頻道權限管，只要和 bot 在同一個伺服器就能私訊它。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opencode 的對話只在實驗室，但 Discord bot 的提問、附件和產出的檔案都會經過 Discord 的伺服器，要跟同學講清楚。bot 的對話記憶是以頻道為單位存在記憶體裡，同頻道所有人共用，bot 重啟就清空。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 和 opencode 共用同一張顯卡，4B 模型五人同時的總吞吐約 121 tok/s。程式目前沒有限流和排隊，一個人連續丟好幾個 !ppt 就會拖慢其他人。右欄是建議，還沒寫進程式；log 只記中繼資料，不記訊息全文。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左邊照順序做完就能上線。右邊四件事牽涉程式修改或使用規範，建議組會討論後再決定。斜線指令是 Discord 目前推薦的做法，改用後 bot 就不需要讀所有訊息的內容。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實驗室同學在家時，連上學校 VPN 就等於在校內網路，其他設定完全不用改，也不用裝 Tailscale。只有沒有學校帳號、不能用 VPN 的校外合作者，才需要用 Tailscale Funnel，而且用完就關。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第一次需要管理者和一位同學一起做，大約十分鐘。重點是找出 VPN 使用者拿到的網段，加進筆電的防火牆。LocalSubnet 一定要保留，不然實驗室裡的同學會被擋。不要用 Any 偷懶，學校常配公開 IP，Any 等於整個網際網路都連得到。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Funnel 會把 vLLM 公開成一個 HTTPS 網址，對方不用裝任何東西。但這代表全世界都連得到這個網址，唯一的保護是 API 金鑰，所以給之前先換金鑰，用完就關。腳本只公開 /v1，因為 vLLM 的金鑰只保護 /v1，/metrics 這類路徑不需要金鑰。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vllmctl 只在筆電上用，雙擊後輸入指令。最常用的是 info 和 logs。stop 可以暫時釋放顯卡，例如筆電要跑其他 GPU 程式時。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金鑰存在筆電 WSL 的 vllm.env。換金鑰後，Discord bot 會自動重讀，不用動；但每台 opencode 都要用新金鑰重跑 install-client，筆電本機的 opencode 可以自動讀金鑰，不用貼。Hugging Face token 是另一回事，只有下載需要授權的模型才要。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一次只載入一個模型，換模型就是下載新的再換掉舊的。vllmctl 會先下載完才切換，下載期間大家照常使用，切換時中斷約一分鐘。換完一定要跑 bench；不滿意就用 switch 換回來，設定會保留、也不用重新下載。最後請大家重跑 install-client，預設模型會自動更新。Discord bot 不用動。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vLLM 直接從 Hugging Face 下載模型，所以大部分模型都能用，但要符合幾個條件：要用 Instruct 版；授權模型（例如 Meta 的 Llama）要先在模型頁面同意條款並設定 token；格式用原始權重或 AWQ / FP8，GGUF 不建議；顯存要放得下；而且要支援工具呼叫並選對 parser。小模型通常比預設的 Qwen3-4B 弱，一定要跑 bench 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切換模型時 vLLM 會重啟，所有人都會暫停約一分鐘，挑沒人用的時間或先通知。下載過的模型會一直留在 WSL 裡佔硬碟，forget 不會刪權重。啟動失敗多半是顯存不足，調小上下文或換小模型，switch 隨時可以換回原本能用的模型。repo 更新後要先跑 setup-host -SkipVllm 同步管理腳本，加過 VPN 網段的話記得帶上同樣的 -AllowFrom。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校內使用時，API 金鑰加防火牆網段限制已經足夠。開 Funnel 時，全世界都連得到網址，所以只公開 /v1、用 HTTPS，並且給校外的人之前先換金鑰，用完就關。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最常見的是顯存不足和連不到。紀錄裡的 Engine core initialization failed 只是總結，往上找第一個 RuntimeError 才是真正原因。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setup-host 第一次安裝時，會先把電源、WSL 網路模式、OpenSSH 的原本狀態備份起來。uninstall-host 就照這份備份還原，並移除 vLLM、排程、防火牆規則和這台的 opencode。用舊版安裝、沒有備份的話，電源會改回 Windows 預設值，結束時會列出來。repo 的檔案和你自己下載的模型都不會動。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最後這頁可以截圖貼在實驗室群組。完整步驟寫在 repo 根目錄的「完整步驟.md」。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04B"/>
                </a:solidFill>
                <a:latin typeface="微軟正黑體"/>
                <a:ea typeface="微軟正黑體"/>
              </a:rPr>
              <a:t>實驗室本地 LLM · 使用教學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2402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</a:rPr>
              <a:t>自架 vLLM × opencode × Discord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46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BFC8D6"/>
                </a:solidFill>
                <a:latin typeface="微軟正黑體"/>
                <a:ea typeface="微軟正黑體"/>
              </a:rPr>
              <a:t>一台 Windows 筆電跑模型，同學用 opencode 寫程式、用 Discord 產生 PPT / Word / Excel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vLLM :8000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4069080"/>
            <a:ext cx="1271016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94560" y="4069080"/>
            <a:ext cx="127101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2736" y="406908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02736" y="4069080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7528" y="4069080"/>
            <a:ext cx="1984248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67528" y="4069080"/>
            <a:ext cx="19842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Windows +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88936" y="40690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88936" y="4069080"/>
            <a:ext cx="21031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學校 VPN /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B9BB4"/>
                </a:solidFill>
                <a:latin typeface="微軟正黑體"/>
                <a:ea typeface="微軟正黑體"/>
              </a:rPr>
              <a:t>GitHub：CYH4157/local-llm · 完整步驟：完整步驟.md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目錄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今天的內容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認識系統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三個元件、整體架構、模型實測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43018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筆電主機安裝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雙擊 setup-host.cmd 一次完成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7356" y="19202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7356" y="246888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同學使用 opencode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26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安裝 client、基本操作、提問技巧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設定、指令、上線前檢查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43018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3018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不在實驗室時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3018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在家用學校 VPN、校外用 Funnel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49040"/>
            <a:ext cx="3545738" cy="19202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7356" y="40690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2563C9"/>
                </a:solidFill>
                <a:latin typeface="微軟正黑體"/>
                <a:ea typeface="微軟正黑體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7356" y="4617720"/>
            <a:ext cx="29056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B2433"/>
                </a:solidFill>
                <a:latin typeface="微軟正黑體"/>
                <a:ea typeface="微軟正黑體"/>
              </a:rPr>
              <a:t>管理與排錯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7356" y="50749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金鑰、換模型、排錯、解除安裝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三個元件各司其職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vLLM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推論伺服器：把模型載入 GPU，提供 OpenAI 相容 API，支援 tool calling。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筆電 WSL · 服務 vllm · 埠 8000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AI 助手（桌面版 / 終端機版）：讀寫專案檔案、執行指令、寫程式、查資料。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每台電腦都可以裝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108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4320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2461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在 Discord 問答、上網查詢，並產生 PPT / Word / Excel 草稿檔案。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206240"/>
            <a:ext cx="29056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跑在筆電 · 自動跟著 vLLM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模型、程式碼與對話都留在實驗室，</a:t>
            </a:r>
            <a:r>
              <a:rPr sz="1700" b="1">
                <a:solidFill>
                  <a:srgbClr val="2563C9"/>
                </a:solidFill>
                <a:latin typeface="微軟正黑體"/>
                <a:ea typeface="微軟正黑體"/>
              </a:rPr>
              <a:t>不經過任何雲端 API。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整體架構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937760" cy="4206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Windows 筆電（主機）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4389120" cy="1188720"/>
          </a:xfrm>
          <a:prstGeom prst="roundRect">
            <a:avLst>
              <a:gd name="adj" fmla="val 6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3931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WSL2 Ubuntu</a:t>
            </a:r>
          </a:p>
          <a:p>
            <a:pPr algn="l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vLLM :8000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E6E9EF"/>
                </a:solidFill>
                <a:latin typeface="微軟正黑體"/>
                <a:ea typeface="微軟正黑體"/>
              </a:rPr>
              <a:t>需 API 金鑰 · Qwen3-4B · 32k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874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opencode（本機）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160520" y="3493007"/>
            <a:ext cx="0" cy="713233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108960" y="4206240"/>
            <a:ext cx="2103120" cy="960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291840" y="4343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127.0.0.1:8000 · 自動讀金鑰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防火牆 8000：只開放實驗室網段 + 學校 VPN 網段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73736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7360920" y="201168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193852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實驗室同學（在校內）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5532120" y="2308860"/>
            <a:ext cx="1554480" cy="57150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132320" y="315468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7360920" y="342900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35584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實驗室同學（在家）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563C9"/>
                </a:solidFill>
                <a:latin typeface="Consolas"/>
                <a:ea typeface="微軟正黑體"/>
              </a:rPr>
              <a:t>先連學校 VPN → 同上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5532120" y="2880360"/>
            <a:ext cx="1554480" cy="845820"/>
          </a:xfrm>
          <a:prstGeom prst="line">
            <a:avLst/>
          </a:prstGeom>
          <a:ln w="19050">
            <a:solidFill>
              <a:srgbClr val="2563C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132320" y="4572000"/>
            <a:ext cx="4480560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360920" y="4846320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4773168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校外合作者（無學校帳號）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0A04B"/>
                </a:solidFill>
                <a:latin typeface="Consolas"/>
                <a:ea typeface="微軟正黑體"/>
              </a:rPr>
              <a:t>https://筆電.xxx.ts.net/v1（Funnel）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5532120" y="2880360"/>
            <a:ext cx="1554480" cy="2263140"/>
          </a:xfrm>
          <a:prstGeom prst="line">
            <a:avLst/>
          </a:prstGeom>
          <a:ln w="19050">
            <a:solidFill>
              <a:srgbClr val="F0A04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32320" y="589788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opencode 只需要「網址 + API 金鑰」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01 認識系統 · 實驗室筆電 RTX 5070 Ti 12GB 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預設模型：Qwen3-4B，32k 上下文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27.5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單人生成速度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43018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121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五人同時總吞吐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00200"/>
            <a:ext cx="3545738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417356" y="1783080"/>
            <a:ext cx="3545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563C9"/>
                </a:solidFill>
                <a:latin typeface="微軟正黑體"/>
                <a:ea typeface="微軟正黑體"/>
              </a:rPr>
              <a:t>32k</a:t>
            </a:r>
            <a:r>
              <a:rPr sz="1600" b="0">
                <a:solidFill>
                  <a:srgbClr val="4A5568"/>
                </a:solidFill>
                <a:latin typeface="微軟正黑體"/>
                <a:ea typeface="微軟正黑體"/>
              </a:rPr>
              <a:t> 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7356" y="2651760"/>
            <a:ext cx="35457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單一對話上下文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20440"/>
          <a:ext cx="11094413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50212"/>
                <a:gridCol w="2440771"/>
                <a:gridCol w="2662659"/>
                <a:gridCol w="244077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16k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4B · 32k（預設）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8B-AWQ · 32k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長文件 2.1 萬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超過上限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9.6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17.2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五人同時（總吞吐 / 最慢等待）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61 tok/s / 6.7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121 tok/s / 3.4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98 tok/s / 4.1 秒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寫程式（執行驗證 6 個案例）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6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❌ 3 / 6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577839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8GB 顯卡請用 small 組合（4B · 16k）；換模型方式見第 06 段。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開始前的準備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Windows 11 22H2 以上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 mirrored 網路需要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2978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97298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298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NVIDIA 顯卡 8GB 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裝最新版驅動；不要在 WSL 裡另裝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1600200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371636" y="18745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56032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硬碟約 30GB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1636" y="2971800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WSL、vLLM 約 8GB、模型 4~6GB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22960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系統管理員權限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只有安裝時需要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2978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597298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7298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接實驗室網路、固定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298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不要用手機熱點（172.20.10.x）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703319"/>
            <a:ext cx="3545738" cy="1874519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71636" y="3977639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1636" y="466343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插電使用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5074919"/>
            <a:ext cx="29970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腳本會設定插電時不睡眠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全程約 20~40 分鐘，下載約 15GB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雙擊 setup-host.cmd 完成安裝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07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把專案資料夾放到筆電（git clone 或複製）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server\wsl2\setup-host.cmd，同意系統管理員權限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第一次沒有 WSL：自動安裝 → 重開機 → 開「Ubuntu」設定帳密 → 再雙擊一次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出現 [sudo] password 時輸入 Ubuntu 密碼（打字不會顯示）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結束時記下印出的「網址」與「API 金鑰」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600200"/>
            <a:ext cx="4510735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1828800"/>
            <a:ext cx="3962095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常用參數：setup-host.cmd -參數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-Preset small|laptop|quality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模型組合；預設依顯存自動選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LocalSubnet,&lt;VPN網段&gt;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防火牆開放來源（見第 05 段）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-SkipVllm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只重做 Windows 端：防火牆、電源、opencode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-EnableSsh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開 OpenSSH，讓人 ssh 進來用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setup-host.cmd 自動完成的事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檢查 NVIDIA 驅動、Windows 版本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77240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偵測 / 安裝 WSL2 Ubuntu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WSL 改 mirrored 網路，和筆電共用 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排程 vLLM-WSL-KeepAlive：登入後讓 WSL 常駐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160020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61607" y="178308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7407" y="160020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WSL 裝 vLLM、依顯存選模型、產生 API 金鑰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260604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27889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7407" y="260604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防火牆開放 TCP 8000（預設只允許同網段）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3007" y="361188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461607" y="379476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7407" y="361188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電源：插電時不睡眠、闔上螢幕不動作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3007" y="4617720"/>
            <a:ext cx="5410047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461607" y="480060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7407" y="4617720"/>
            <a:ext cx="431276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安裝 opencode，連到本機 vLLM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筆電主機安裝 · 完成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安裝完成：查看網址與 API 金鑰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09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7607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2120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1：雙擊 server\wsl2\vllmctl.cmd，輸入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2：PowerShell 直接執行（在 repo 資料夾）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方法 3：只看金鑰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wsl -d Ubuntu -- grep SERVE_API_KEY ~/vllm-server/vllm.env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換一組新金鑰（舊的立即失效）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new-key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00200"/>
            <a:ext cx="50593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info 會印出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65960"/>
            <a:ext cx="5059375" cy="14173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12280" y="2148840"/>
            <a:ext cx="46021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模型名稱：qwen3-4b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vLLM 網址：http://192.168.1.23:8000/v1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API 金鑰 ：sk-vllm-3f9c…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566160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720840" y="3666744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639312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給同學：網址 + 金鑰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同學雙擊 install-client.cmd 貼上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325112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720840" y="4425696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398264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Discord bot 不用給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自動從 WSL 讀，換金鑰也會自動重讀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5084064"/>
            <a:ext cx="5059375" cy="65836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720840" y="5184648"/>
            <a:ext cx="457200" cy="4572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157216"/>
            <a:ext cx="4190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國網 API 金鑰是另一把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來自國網的通知信，不在 vllmctl 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主機安裝 · 測試（筆電與 Ubuntu 伺服器都適用）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測試 vLLM：送一句話並計時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98932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44068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筆電主機先進 Ubuntu（伺服器略過這行）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wsl -d Ubuntu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1. 健康檢查：印出 ok 就是服務在跑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curl -sS -m 3 http://127.0.0.1:8000/health &amp;&amp; echo ok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2. 送一句話並計時（金鑰從 vllm.env 讀）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source ~/vllm-server/vllm.env; time curl -sS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http://127.0.0.1:8000/v1/chat/completions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-H "Authorization: Bearer $SERVE_API_KEY"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-H "Content-Type: application/json" \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-d "{\"model\":\"$SERVE_NAME\",\"max_tokens\":50,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\"messages\":[{\"role\":\"user\",\"content\":\"用一句話介紹台北\"}]}"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3. 完整測速（筆電：vllmctl.cmd bench）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bash ~/local-llm/server/vllm/vllmctl.sh 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60020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實際畫面：H200 回一句話只要 0.2 秒</a:t>
            </a:r>
          </a:p>
        </p:txBody>
      </p:sp>
      <p:pic>
        <p:nvPicPr>
          <p:cNvPr id="8" name="Picture 7" descr="vllm-test-cu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984248"/>
            <a:ext cx="4830775" cy="1546009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812280" y="2463510"/>
            <a:ext cx="4830775" cy="24736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87607" y="2308062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136024"/>
            <a:ext cx="1111078" cy="1082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67910" y="2980576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12280" y="3758857"/>
          <a:ext cx="483077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2859"/>
                <a:gridCol w="258791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看到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代表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① content 有中文回答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模型正常回應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② real 1 秒以內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速度正常（第一次可能 1~2 秒）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Couldn't connect to server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還在啟動或沒在跑 → 看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超過 10 秒、卡住不動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看下一頁：很慢或卡住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02 主機安裝 · 排查（實例：H200 每秒 0.2 token）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很慢或卡住：基本排查指令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400800" cy="40690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85216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1. 服務狀態、最近紀錄（筆電：vllmctl.cmd status / logs）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bash ~/local-llm/server/vllm/vllmctl.sh status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journalctl -u vllm -n 40 --no-pager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journalctl -u vllm -f          # 即時看，Ctrl+C 離開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2. GPU 有沒有在動（顯存、使用率）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nvidia-smi --query-gpu=memory.used,utilization.gpu --format=csv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3. CPU 誰在忙（vLLM 都 0% = 在等東西，不是在算）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ps aux --sort=-%cpu | head -8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4. vLLM 卡在哪一行（py-spy 第一次要先裝）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~/.local/bin/uv pip install --python ~/vllm-server/.venv/bin/python py-spy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sudo ~/vllm-server/.venv/bin/py-spy dump --pid $(pgrep -f EngineCore)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onsolas"/>
                <a:ea typeface="微軟正黑體"/>
              </a:rPr>
              <a:t># 5. 驅動有沒有記錄 GPU 錯誤（有 Xid 就是 GPU 出錯）</a:t>
            </a:r>
          </a:p>
          <a:p>
            <a:pPr algn="l">
              <a:spcAft>
                <a:spcPts val="400"/>
              </a:spcAft>
            </a:pPr>
            <a:r>
              <a:rPr sz="1000" b="1">
                <a:solidFill>
                  <a:srgbClr val="F0A04B"/>
                </a:solidFill>
                <a:latin typeface="Consolas"/>
                <a:ea typeface="微軟正黑體"/>
              </a:rPr>
              <a:t>sudo dmesg -T | grep -iE "xid|nvrm" | tail -20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600200"/>
          <a:ext cx="4419294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32427"/>
                <a:gridCol w="2186867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看到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Couldn't connect、ECONNREFUSED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還在啟動：journalctl -f 等 startup complete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紀錄有 Error / Traceback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往上找第一個 Error 才是原因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顯存不足（OutOfMemory）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set SERVE_MAX_LEN 調小，或換小一點的組合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很慢、GPU 0%、Running: 1 reqs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引擎卡住 → 用 py-spy 看卡在哪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py-spy 停在 cudaMemcpyAsync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在等 GPU 傳輸 → sudo reboot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dmesg 有 Xid、重開還是一樣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GPU 或虛擬化平台問題 → 交給機房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806440"/>
            <a:ext cx="11094415" cy="45720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B2433"/>
                </a:solidFill>
                <a:latin typeface="微軟正黑體"/>
                <a:ea typeface="微軟正黑體"/>
              </a:rPr>
              <a:t>實例 H200：</a:t>
            </a: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每秒 0.2 token、GPU 0% → py-spy 停在 cudaMemcpyAsync → dmesg 沒 Xid → 重開機，Initializing model 107 秒 → 6 秒，恢復正常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同學的電腦：雙擊 install-client.cmd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向管理者拿「網址」和「API 金鑰」（筆電 vllmctl.cmd 輸入 info）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複製專案的整個 opencode\client 資料夾到自己電腦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747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891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開始選單開「OpenCode」，開啟專案資料夾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600200"/>
            <a:ext cx="4510735" cy="2377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0" y="1828800"/>
            <a:ext cx="39620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網址範例（結尾要有 /v1）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http://192.168.1.23:8000/v1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腳本自動完成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1. 測試連線  2. 安裝桌面版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3. 寫入 opencode.json  4. 裝共用規則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4206240"/>
            <a:ext cx="4510735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06640" y="4389120"/>
            <a:ext cx="3962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加入其他伺服器：不用重裝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Consolas"/>
                <a:ea typeface="微軟正黑體"/>
              </a:rPr>
              <a:t>install-client.cmd -Url &lt;網址&gt; -Key &lt;金鑰&gt; -Name server2 -SkipInstall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終端機版：加 -Terminal　·　Ubuntu：install-client.sh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servers.json：先填好，同學雙擊就加入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66344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{ "servers": [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"labgpt",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"實驗室GPT",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"http://140.110.146.54:8000/v1",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"sk-vllm-…",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"default": true },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{ "name": "nchc",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"label": "NCHC GenAI",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"url": "https://inner-medusa.genai.nchc.org.tw/v1",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"key": "",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"context": 32768,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    "models": ["gpt-oss-120b", "GLM-5.2"] }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>]}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35040" y="1600200"/>
          <a:ext cx="5608014" cy="36210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5793"/>
                <a:gridCol w="4132221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怎麼填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name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英數字代號，不能用中文、不能重複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label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裡顯示的名稱，可以用中文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url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伺服器網址，結尾要有 /v1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key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API 金鑰；留空 = 執行時再問（國網）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default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true = 設成預設模型（只設一台）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只加入這些模型；不填 = 全部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context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伺服器沒回報時的上下文（國網 32768）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enabled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false = 先不加入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5349239"/>
            <a:ext cx="5608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2410C"/>
                </a:solidFill>
                <a:latin typeface="微軟正黑體"/>
                <a:ea typeface="微軟正黑體"/>
              </a:rPr>
              <a:t>⚠️ servers.json 有金鑰：只私下傳給同學，不要上傳或貼到群組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實際執行：servers.json 有兩台，依序加入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14</a:t>
            </a:r>
          </a:p>
        </p:txBody>
      </p:sp>
      <p:pic>
        <p:nvPicPr>
          <p:cNvPr id="5" name="Picture 4" descr="install-client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10047" cy="3506920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pic>
        <p:nvPicPr>
          <p:cNvPr id="6" name="Picture 5" descr="install-client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1600200"/>
            <a:ext cx="5410047" cy="3491166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48640" y="2126238"/>
            <a:ext cx="2380420" cy="33315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73612" y="197079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3153768"/>
            <a:ext cx="4490339" cy="43639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67898" y="299832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677443"/>
            <a:ext cx="5410047" cy="61095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487606" y="3521995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pic>
        <p:nvPicPr>
          <p:cNvPr id="13" name="Picture 12" descr="browser-unauthoriz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335720"/>
            <a:ext cx="2240280" cy="866981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14" name="Rounded Rectangle 13"/>
          <p:cNvSpPr/>
          <p:nvPr/>
        </p:nvSpPr>
        <p:spPr>
          <a:xfrm>
            <a:off x="548640" y="5907927"/>
            <a:ext cx="963320" cy="17339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56512" y="575247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533572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安裝前：瀏覽器測試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開伺服器網址，看到 Unauthorized 就是連得到（只是沒帶金鑰）</a:t>
            </a:r>
          </a:p>
        </p:txBody>
      </p:sp>
      <p:sp>
        <p:nvSpPr>
          <p:cNvPr id="17" name="Oval 16"/>
          <p:cNvSpPr/>
          <p:nvPr/>
        </p:nvSpPr>
        <p:spPr>
          <a:xfrm>
            <a:off x="4983480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22392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測試連線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列出伺服器上的模型，[OK] 才往下裝</a:t>
            </a:r>
          </a:p>
        </p:txBody>
      </p:sp>
      <p:sp>
        <p:nvSpPr>
          <p:cNvPr id="19" name="Oval 18"/>
          <p:cNvSpPr/>
          <p:nvPr/>
        </p:nvSpPr>
        <p:spPr>
          <a:xfrm>
            <a:off x="7264298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03210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401 未經授權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金鑰沒填或填錯：先跳過，修好再雙擊</a:t>
            </a:r>
          </a:p>
        </p:txBody>
      </p:sp>
      <p:sp>
        <p:nvSpPr>
          <p:cNvPr id="21" name="Oval 20"/>
          <p:cNvSpPr/>
          <p:nvPr/>
        </p:nvSpPr>
        <p:spPr>
          <a:xfrm>
            <a:off x="9545116" y="535400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4028" y="5335720"/>
            <a:ext cx="164073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文件工具與 /指令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labdoc、/slides、/pdf2word 等一起裝好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查看伺服器上有哪些模型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6766560" cy="42062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2179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實驗室主機（在主機筆電上）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info      # 目前載入的模型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server\wsl2\vllmctl.cmd models    # 用過的模型（可 switch）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任何電腦（PowerShell）：先設網址與金鑰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"http://140.110.146.54:8000/v1"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$k = "你的金鑰"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(irm "$u/models" -Headers @{Authorization="Bearer $k"}).data.id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onsolas"/>
                <a:ea typeface="微軟正黑體"/>
              </a:rPr>
              <a:t># 國網：換成國網網址與自己的金鑰，再執行上面那行 irm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$u = "https://inner-medusa.genai.nchc.org.tw/v1"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0020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772400" y="182880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78308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實驗室 vLLM：只會有 1 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一次只載入一個模型，換模型用 vllmctl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01752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772400" y="324612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320040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國網：會列出很多個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挑支援工具呼叫的，填進 servers.json 的 models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4434840"/>
            <a:ext cx="4053535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0" y="4663440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4617720"/>
            <a:ext cx="30476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install-client 也會列出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執行時第 1 步「測試連線」會顯示模型清單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第一次開啟 opencode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桌面版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開始選單 → OpenCode → 開啟專案資料夾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終端機版（-Terminal 才有）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>cd C:\Users\你\Documents\my-thesis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opencode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onsolas"/>
                <a:ea typeface="微軟正黑體"/>
              </a:rPr>
              <a:t># 第一次進這個專案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0A04B"/>
                </a:solidFill>
                <a:latin typeface="Consolas"/>
                <a:ea typeface="微軟正黑體"/>
              </a:rPr>
              <a:t>/init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9360" y="1709928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下方輸入框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用中文描述需求，Enter 送出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09360" y="2734056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模型選單 / 輸入 /models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選 laptop/qwen3-4b = 筆電的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0" y="3758184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Tab 鍵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切換 Build（會改檔）／ Plan（只分析不改）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9360" y="4782312"/>
            <a:ext cx="50593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/init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產生 AGENTS.md，之後每次對話都會參考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常用指令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28324"/>
                <a:gridCol w="776609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輸入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直接打字 + Enter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用中文描述需求（回答會是繁體中文）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@檔名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指定檔案，例：@src/train.py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Tab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 Build（會改檔）／ Plan（只分析不改）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/init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分析專案、產生 AGENTS.md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/models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切換模型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/undo · /redo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復原 / 重做上一次修改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/new · /compact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開新對話 / 壓縮過長的對話（超過上下文時用）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/exit 或 Ctrl+C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離開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03 同學使用 opencode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讓小模型也好用的提問技巧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一次只做一件事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「在 utils.py 加一個讀 CSV 的函式」比「重構整個專案」可靠得多。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直接指名檔案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 @src/train.py 指定檔案，寫出相對路徑，避免寫到 C:\。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先 Plan 再 Build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Tab 切到 Plan 讓它先列步驟，確認方向正確再切回 Build。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246120"/>
            <a:ext cx="5410047" cy="14173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52044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502152"/>
            <a:ext cx="412988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對話變長就重來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回應變慢或出錯時用 /compact 或 /new；用中文問，回答就是中文。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37760"/>
            <a:ext cx="11094415" cy="86868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5166360"/>
            <a:ext cx="10545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範例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>@data/loader.py 的 load_csv 讀到空白列會出錯，請修正並加上單元測試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bot：接同一台 vLLM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19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先完成 02 的主機安裝（vLLM 要在跑）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在 discord\client 執行 deploy.ps1：建環境、自動填好 .env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Developer Portal 建 bot：只開 MESSAGE CONTENT INTENT（下一頁）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用 OAuth2 網址邀請 bot（bot + 四項權限），token 填進 .env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測試：雙擊 start-bot.bat；正式：系統管理員執行 install-autostart.ps1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0" y="1600200"/>
            <a:ext cx="4419295" cy="21031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0" y="1828800"/>
            <a:ext cx="387065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cd discord\client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powershell -ExecutionPolicy Bypass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-File .\deploy.ps1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.env 只需要手動填這一行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>DISCORD_BOT_TOKEN=...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388620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498080" y="399592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金鑰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LLM_API_KEY 留空 → 自動從 WSL 讀，換金鑰也會自動重讀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4892040"/>
            <a:ext cx="441929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498080" y="5001768"/>
            <a:ext cx="38706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模型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自動用 vLLM 目前的模型，Discord 輸入 !model 可確認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Developer Portal：只開需要的權限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4015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640080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頁的開關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原因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公開機器人 Public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開著時，拿到邀請連結的人都能把 bot 加進自己的伺服器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需要 OAuth2 代碼授權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只邀請 bot 用不到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Presence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Server Members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程式沒用到；之後要依身分組限制才開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必要：! 指令要讀訊息內容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2377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828800"/>
            <a:ext cx="35048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OAuth2 → URL 產生器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範圍：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bot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權限：</a:t>
            </a:r>
            <a:r>
              <a:rPr sz="1300" b="0">
                <a:solidFill>
                  <a:srgbClr val="1B2433"/>
                </a:solidFill>
                <a:latin typeface="Consolas"/>
                <a:ea typeface="微軟正黑體"/>
              </a:rPr>
              <a:t>View Channels · Send Messages · Read Message History · Attach Files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Attach Files 用來回傳 pptx / docx / xlsx；不要勾 Administrator。重新導向 URI 不用填。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4160520"/>
            <a:ext cx="4053535" cy="1143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4315968"/>
            <a:ext cx="3504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Token 等於 bot 本身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只放 .env；不要截圖、貼 Notion 或 Discord。外洩就到 Bot 頁 Reset Token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建立 bot：新建應用程式，到「機器人」頁拿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21</a:t>
            </a:r>
          </a:p>
        </p:txBody>
      </p:sp>
      <p:pic>
        <p:nvPicPr>
          <p:cNvPr id="5" name="Picture 4" descr="discord-1-ap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10047" cy="3009151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pic>
        <p:nvPicPr>
          <p:cNvPr id="6" name="Picture 5" descr="discord-2-tok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1600200"/>
            <a:ext cx="5410047" cy="2661031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174230" y="2202030"/>
            <a:ext cx="676255" cy="22568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95037" y="2046582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6287" y="2651307"/>
            <a:ext cx="676255" cy="127729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797094" y="249585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98614" y="3689109"/>
            <a:ext cx="2434521" cy="532206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77687" y="353366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90195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883671"/>
            <a:ext cx="308853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新建應用程式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名稱例如 LabGPT-H200；每台主機各建一個</a:t>
            </a:r>
          </a:p>
        </p:txBody>
      </p:sp>
      <p:sp>
        <p:nvSpPr>
          <p:cNvPr id="15" name="Oval 14"/>
          <p:cNvSpPr/>
          <p:nvPr/>
        </p:nvSpPr>
        <p:spPr>
          <a:xfrm>
            <a:off x="4322978" y="490195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1890" y="4883671"/>
            <a:ext cx="308853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左邊選「機器人」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token 和下一頁的開關都在這一頁</a:t>
            </a:r>
          </a:p>
        </p:txBody>
      </p:sp>
      <p:sp>
        <p:nvSpPr>
          <p:cNvPr id="17" name="Oval 16"/>
          <p:cNvSpPr/>
          <p:nvPr/>
        </p:nvSpPr>
        <p:spPr>
          <a:xfrm>
            <a:off x="8097316" y="490195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6228" y="4883671"/>
            <a:ext cx="308853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重設權杖 → 複製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只顯示一次；不是 vLLM 的 sk-vllm- 金鑰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機器人頁的開關：圖中是改之前的狀態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22</a:t>
            </a:r>
          </a:p>
        </p:txBody>
      </p:sp>
      <p:pic>
        <p:nvPicPr>
          <p:cNvPr id="5" name="Picture 4" descr="discord-3-int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7040880" cy="3764152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675180" y="2597700"/>
            <a:ext cx="5843930" cy="27101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63662" y="2442252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75180" y="3952795"/>
            <a:ext cx="5843930" cy="82811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63662" y="3797347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75180" y="4920182"/>
            <a:ext cx="5843930" cy="33877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63662" y="4764734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00200"/>
            <a:ext cx="3779215" cy="84124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001000" y="173736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1691640"/>
            <a:ext cx="3093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公開機器人 → 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圖中開著：邀請連結外流，別人也能把 bot 拉走，用實驗室的顯卡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2560320"/>
            <a:ext cx="3779215" cy="84124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001000" y="269748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651760"/>
            <a:ext cx="3093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Presence、Server Members → 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程式沒用到，少收一類事件也少一份個資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3520440"/>
            <a:ext cx="3779215" cy="841248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001000" y="365760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3611880"/>
            <a:ext cx="3093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2410C"/>
                </a:solidFill>
                <a:latin typeface="微軟正黑體"/>
                <a:ea typeface="微軟正黑體"/>
              </a:rPr>
              <a:t>Message Content → 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4A5568"/>
                </a:solidFill>
                <a:latin typeface="微軟正黑體"/>
                <a:ea typeface="微軟正黑體"/>
              </a:rPr>
              <a:t>圖中沒開：bot 起不來（PrivilegedIntentsRequired）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526280"/>
            <a:ext cx="3779215" cy="7772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046720" y="4526280"/>
            <a:ext cx="34134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改完按「儲存變更」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不用重設 token，bot 10 秒內會自動重試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OAuth2：產生邀請網址，把 bot 加進伺服器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23</a:t>
            </a:r>
          </a:p>
        </p:txBody>
      </p:sp>
      <p:pic>
        <p:nvPicPr>
          <p:cNvPr id="5" name="Picture 4" descr="discord-4-oauth2-ur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2850694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pic>
        <p:nvPicPr>
          <p:cNvPr id="6" name="Picture 5" descr="discord-5-author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600200"/>
            <a:ext cx="5150815" cy="3265093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1597456" y="2768984"/>
            <a:ext cx="425196" cy="142534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67204" y="2613536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88477" y="2327126"/>
            <a:ext cx="680313" cy="25656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13342" y="2171678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40763" y="4180078"/>
            <a:ext cx="4592116" cy="21380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77431" y="4024630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16139" y="4049019"/>
            <a:ext cx="1236195" cy="195905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96886" y="389357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34237" y="4489807"/>
            <a:ext cx="849884" cy="212231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28673" y="4334359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5790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39613"/>
            <a:ext cx="21449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範圍 bot ＋ 四個權限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檢視頻道、傳送訊息、附加檔案、讀取訊息歷史記錄</a:t>
            </a:r>
          </a:p>
        </p:txBody>
      </p:sp>
      <p:sp>
        <p:nvSpPr>
          <p:cNvPr id="19" name="Oval 18"/>
          <p:cNvSpPr/>
          <p:nvPr/>
        </p:nvSpPr>
        <p:spPr>
          <a:xfrm>
            <a:off x="3379393" y="515790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8305" y="5139613"/>
            <a:ext cx="21449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複製產生的 URL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用瀏覽器打開；重新導向不用填</a:t>
            </a:r>
          </a:p>
        </p:txBody>
      </p:sp>
      <p:sp>
        <p:nvSpPr>
          <p:cNvPr id="21" name="Oval 20"/>
          <p:cNvSpPr/>
          <p:nvPr/>
        </p:nvSpPr>
        <p:spPr>
          <a:xfrm>
            <a:off x="6210147" y="515790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9059" y="5139613"/>
            <a:ext cx="21449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選要加入的伺服器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要有「管理伺服器」權限才看得到</a:t>
            </a:r>
          </a:p>
        </p:txBody>
      </p:sp>
      <p:sp>
        <p:nvSpPr>
          <p:cNvPr id="23" name="Oval 22"/>
          <p:cNvSpPr/>
          <p:nvPr/>
        </p:nvSpPr>
        <p:spPr>
          <a:xfrm>
            <a:off x="9040901" y="5157901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9813" y="5139613"/>
            <a:ext cx="214495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1B2433"/>
                </a:solidFill>
                <a:latin typeface="微軟正黑體"/>
                <a:ea typeface="微軟正黑體"/>
              </a:rPr>
              <a:t>繼續 → 授權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bot 出現在成員列表（還沒啟動前是離線）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 · 實際畫面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在伺服器部署 bot：deploy.sh 一行完成（Ubuntu / H200）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24</a:t>
            </a:r>
          </a:p>
        </p:txBody>
      </p:sp>
      <p:pic>
        <p:nvPicPr>
          <p:cNvPr id="5" name="Picture 4" descr="discord-6-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1255" y="1417320"/>
            <a:ext cx="2971800" cy="4769280"/>
          </a:xfrm>
          <a:prstGeom prst="rect">
            <a:avLst/>
          </a:prstGeom>
          <a:ln w="9525">
            <a:solidFill>
              <a:srgbClr val="E2DFD8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671255" y="3110414"/>
            <a:ext cx="2971800" cy="143078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7607" y="2954966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71255" y="5557055"/>
            <a:ext cx="2971800" cy="214617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87607" y="5401607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71255" y="5852750"/>
            <a:ext cx="2971800" cy="310003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0A0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87607" y="5697302"/>
            <a:ext cx="310896" cy="310896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600200"/>
            <a:ext cx="7848295" cy="27889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1828800"/>
            <a:ext cx="7299655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1. 拉最新程式，部署（token 是 Discord 的，不是 sk-vllm-）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cd ~/local-llm &amp;&amp; git pull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bash discord/client/deploy.sh --token &lt;Discord_bot_token&gt;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2. 看紀錄：出現 [已上線] 就完成（Ctrl+C 離開）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journalctl -u discord-bot -f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onsolas"/>
                <a:ea typeface="微軟正黑體"/>
              </a:rPr>
              <a:t># 日常：狀態 / 改完 .env 重啟 / 移除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sudo systemctl status discord-bot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sudo systemctl restart discord-bot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F0A04B"/>
                </a:solidFill>
                <a:latin typeface="Consolas"/>
                <a:ea typeface="微軟正黑體"/>
              </a:rPr>
              <a:t>bash discord/client/deploy.sh --uninstall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4526280"/>
          <a:ext cx="7848294" cy="1691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098011"/>
                <a:gridCol w="4750283"/>
              </a:tblGrid>
              <a:tr h="3383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紀錄出現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① vLLM 正常 ② 已建立 .env ③ 註冊服務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deploy.sh 三個重點步驟（右圖）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PrivilegedIntentsRequired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開 Message Content Intent 並儲存，不用重設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LoginFailure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token 貼錯：重新複製填進 .env，再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已上線但回很慢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卡住了：用「很慢或卡住」那頁的指令排查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Discord 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6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@bot / 私訊 / 直接發言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!web &lt;問題&gt;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上網搜尋後回答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!ppt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簡報 .pptx（含講者備註）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計畫 &lt;題目&gt;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國科會研究計畫草稿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!word 報告 &lt;主題&gt;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課堂報告 .docx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!excel &lt;需求&gt;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表格 .xlsx（可含公式）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!model · !reset · !help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目前模型 · 清記憶 · 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600200"/>
            <a:ext cx="3962095" cy="21031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0" y="1828800"/>
            <a:ext cx="34134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📎 附參考資料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附上 .txt / .md / .docx / .pdf，或「回覆」某則訊息再下指令，內容會以參考資料為準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886200"/>
            <a:ext cx="3962095" cy="13716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955280" y="4069080"/>
            <a:ext cx="34134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  <a:latin typeface="微軟正黑體"/>
                <a:ea typeface="微軟正黑體"/>
              </a:rPr>
              <a:t>⚠️ 產出是草稿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文獻標為 [待補]，數據與論述請自行查證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頻道與身分組：先決定 bot 在哪裡說話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766559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3291840"/>
                <a:gridCol w="21031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頻道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用途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bot 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#llm-問答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一般問答；ID 填進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#llm-文件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!ppt / !word / !excel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可讀、可發言、可附檔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#llm-公告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維護、換模型、離線通知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唯讀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#llm-回報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錯誤與建議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看不到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589520" y="160020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170992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@實驗室成員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才看得到 llm 頻道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56032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63840" y="267004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 管理者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管 bot 設定、發公告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520440"/>
            <a:ext cx="4053535" cy="8229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0" y="3630168"/>
            <a:ext cx="3504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@llm-bot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只給 llm 頻道的權限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91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5457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.env 的 ALLOWED_CHANNEL_ID 預設空白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空白時 bot 會回覆它看得到的每個頻道的每則訊息，上線前一定要填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安全與隱私：模型在本地，對話不在本地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訊息存在 Discord 雲端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提問、附件、產出的檔案都經過 Discord；未公開數據、個資、帳密不要貼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07327" y="18745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562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記憶是整個頻道共用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同頻道的人共用最近 10 則對話；換話題先 !reset，私事用私訊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22960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Token 只放 .env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.env 已在 .gitignore；截圖、群組都別貼，外洩就 Reset Token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429000"/>
            <a:ext cx="5410047" cy="15544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07327" y="3703320"/>
            <a:ext cx="502920" cy="50292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685032"/>
            <a:ext cx="412988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B2433"/>
                </a:solidFill>
                <a:latin typeface="微軟正黑體"/>
                <a:ea typeface="微軟正黑體"/>
              </a:rPr>
              <a:t>產出是草稿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文獻標 [待補]、數據要查證，交出去前要人工檢查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管理者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資源與維運：一張顯卡，出事要查得到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3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0300"/>
                <a:gridCol w="3915675"/>
                <a:gridCol w="5438438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現況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共用顯卡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bot 與 opencode 共用，沒有限流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每人冷卻、一次一個產檔；排隊時先回「處理中」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筆電休眠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睡眠或重開機時 bot 離線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電源設永不睡眠；離線時在 #llm-公告 通知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使用紀錄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只在終端機印上線訊息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寫 log：時間、使用者、指令、耗時、錯誤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健康檢查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同學自己發現沒回應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加 !status：目前模型、排隊數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Token / 套件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沒有固定規則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每學期 Reset Token；定期更新 discord.py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交接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設定只在個人帳號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Developer Portal 建 Team，加第二位管理者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04 Discord bot · 上線前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上線前檢查，與要一起決定的事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29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4114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22960"/>
                <a:gridCol w="5486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狀態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完成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建立 llm-bot，開啟 Message Content Intent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關閉公開機器人、Presence、Server Members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用 OAuth2 網址邀請 bot（bot + 四項權限）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建頻道與身分組，填 ALLOWED_CHANNEL_ID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deploy.ps1、填 Token、install-autostart.ps1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每個指令實測一次（含附件、回覆訊息）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重開機後確認 bot 自動上線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待辦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#llm-公告 貼使用規範與指令表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132320" y="160020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06640" y="170992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誰能用？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全伺服器，或只限 @實驗室成員（要改程式檢查身分組）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65176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06640" y="276148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開放私訊嗎？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私訊不受頻道權限管，同伺服器的人都能用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70332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406640" y="381304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記憶怎麼分？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維持每頻道共用，或改成每人、每個討論串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4754880"/>
            <a:ext cx="4510735" cy="9144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06640" y="4864608"/>
            <a:ext cx="39620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改用斜線指令？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/ppt 有提示好上手，長期可不用 Message Content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三種使用者，三種連線方式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在實驗室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http://筆電IP:8000/v1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區網直連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什麼都不用多做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643018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在家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實驗室同學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563C9"/>
                </a:solidFill>
                <a:latin typeface="Consolas"/>
                <a:ea typeface="微軟正黑體"/>
              </a:rPr>
              <a:t>先連學校 VPN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之後跟在實驗室一樣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第一次要把 VPN 網段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加進防火牆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34290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417356" y="1920240"/>
            <a:ext cx="685800" cy="68580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788920"/>
            <a:ext cx="29056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B2433"/>
                </a:solidFill>
                <a:latin typeface="微軟正黑體"/>
                <a:ea typeface="微軟正黑體"/>
              </a:rPr>
              <a:t>校外合作者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沒有學校帳號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https://筆電.xxx.ts.net/v1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160520"/>
            <a:ext cx="290565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Tailscale Funnel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對方不用裝 Tailscale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用完就 off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在家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在家：先連學校 VPN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31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9164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同學在家連上 VPN，ipconfig 看 VPN 網卡的 IP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53288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瀏覽器開 http://筆電IP:8000/v1/models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74136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看到 Unauthorized → 已經通了，跳到第 5 步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169664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215384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一直轉圈 → 問計中 VPN 網段，加進防火牆（右邊指令）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010912"/>
            <a:ext cx="457200" cy="457200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056632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B2433"/>
                </a:solidFill>
                <a:latin typeface="微軟正黑體"/>
                <a:ea typeface="微軟正黑體"/>
              </a:rPr>
              <a:t>雙擊 install-client.cmd，貼上網址與金鑰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1600200"/>
            <a:ext cx="4693615" cy="228600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223760" y="1828800"/>
            <a:ext cx="41449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server\wsl2\setup-host.cmd -SkipVllm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-AllowFrom LocalSubnet,10.8.0.0/16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10.8.0.0/16 換成學校 VPN 的網段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多個網段用逗號接下去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0" y="4069080"/>
            <a:ext cx="4693615" cy="173736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223760" y="4251960"/>
            <a:ext cx="41449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500" b="1">
                <a:solidFill>
                  <a:srgbClr val="C2410C"/>
                </a:solidFill>
                <a:latin typeface="微軟正黑體"/>
                <a:ea typeface="微軟正黑體"/>
              </a:rPr>
              <a:t>⚠️ 不要用 -AllowFrom Any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學校常配 140.x 公開 IP，Any = 整個網際網路都連得到 8000 port。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還是不通：學校 VPN 可能沒開放連實驗室網段，請計中協助。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05 不在實驗室時 · 校外合作者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校外合作者：Tailscale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筆電：雙擊 server\wsl2\funnel.cmd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第一次：自動裝 Tailscale → 登入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→ 瀏覽器按「同意啟用 Funnel」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test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沒金鑰 401、有金鑰 200、/metrics 404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F0A04B"/>
                </a:solidFill>
                <a:latin typeface="Consolas"/>
                <a:ea typeface="微軟正黑體"/>
              </a:rPr>
              <a:t>off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onsolas"/>
                <a:ea typeface="微軟正黑體"/>
              </a:rPr>
              <a:t># 不用時就關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00200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6217920" y="1755648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709928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給之前先換金鑰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vllmctl.cmd new-key；合作結束再換一次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624328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217920" y="2779776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2734056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只公開 /v1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HTTPS 由 Tailscale 自動處理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3648456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6217920" y="3803904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⏱️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758184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第一次最多等 10 分鐘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公開 DNS 生效；手機關 Wi-Fi 測，看到 401 即成功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672584"/>
            <a:ext cx="5608015" cy="86868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217920" y="4828032"/>
            <a:ext cx="548640" cy="54864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</a:rP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82312"/>
            <a:ext cx="451073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Beta 功能、有頻寬限制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568"/>
                </a:solidFill>
                <a:latin typeface="微軟正黑體"/>
                <a:ea typeface="微軟正黑體"/>
              </a:rPr>
              <a:t>適合少數人臨時用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日常管理：雙擊 server\wsl2\vllmctl.cmd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5" cy="4206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437766"/>
                <a:gridCol w="6656649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指令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作用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info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給同學的網址、金鑰、安裝方式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show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目前設定（金鑰遮蔽）、GPU 用量、KV cache 容量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status · logs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服務狀態 / 即時紀錄（Ctrl+C 離開）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start · stop · restart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 / 停止（釋放 GPU）/ 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presets · preset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 / 換成內建模型組合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 HF模型ID 名稱 上下文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換成任意 Hugging Face 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models · switch 名稱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列出用過的模型 / 切換回去（設定會保留）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set 參數 值 · edit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修改 vllm.env 參數並重啟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new-key · bench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產生新金鑰 / 跑標準測試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金鑰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API 金鑰：只有一組，大家共用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查看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info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要給同學時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00200"/>
            <a:ext cx="5486400" cy="118872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0" y="178308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2433"/>
                </a:solidFill>
                <a:latin typeface="微軟正黑體"/>
                <a:ea typeface="微軟正黑體"/>
              </a:rPr>
              <a:t>換新  </a:t>
            </a:r>
            <a:r>
              <a:rPr sz="1500" b="0">
                <a:solidFill>
                  <a:srgbClr val="2563C9"/>
                </a:solidFill>
                <a:latin typeface="Consolas"/>
                <a:ea typeface="微軟正黑體"/>
              </a:rPr>
              <a:t>vllmctl.cmd → new-key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4A5568"/>
                </a:solidFill>
                <a:latin typeface="微軟正黑體"/>
                <a:ea typeface="微軟正黑體"/>
              </a:rPr>
              <a:t>有人離開、金鑰外流時；舊的立即失效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換金鑰之後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474719"/>
          <a:ext cx="11094414" cy="1828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73603"/>
                <a:gridCol w="8320811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要做什麼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✅ 不用動（遇到金鑰錯誤會自動從 WSL 重讀）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筆電的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install-client.cmd -Url http://127.0.0.1:8000/v1 -SkipInstall（自動讀金鑰）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同學的 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收到新金鑰後，再雙擊一次 install-client.cmd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Hugging Face token（hf_ 開頭）只有下載 Llama、Gemma 等需授權模型才需要：vllmctl.cmd → set HF_TOKEN hf_xxx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vLLM 換模型：五個步驟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31520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換模型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preset quality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或 model 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3243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2996123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6475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跑測試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6123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bench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（約 1 分鐘）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7846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260726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078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不滿意就換回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0726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switch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qwen3-4b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449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525329" y="1801368"/>
            <a:ext cx="438912" cy="438912"/>
          </a:xfrm>
          <a:prstGeom prst="ellipse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55681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更新 opencode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5329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每台重跑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install-client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1600200"/>
            <a:ext cx="2036003" cy="16002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789932" y="1801368"/>
            <a:ext cx="438912" cy="438912"/>
          </a:xfrm>
          <a:prstGeom prst="ellipse">
            <a:avLst/>
          </a:prstGeom>
          <a:solidFill>
            <a:srgbClr val="F0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軟正黑體"/>
                <a:ea typeface="微軟正黑體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20284" y="1828800"/>
            <a:ext cx="125876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2433"/>
                </a:solidFill>
                <a:latin typeface="微軟正黑體"/>
                <a:ea typeface="微軟正黑體"/>
              </a:rPr>
              <a:t>Discord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9932" y="2377440"/>
            <a:ext cx="171596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不用動</a:t>
            </a:r>
          </a:p>
          <a:p>
            <a:pPr algn="l">
              <a:spcAft>
                <a:spcPts val="100"/>
              </a:spcAft>
            </a:pPr>
            <a:r>
              <a:rPr sz="1300" b="0">
                <a:solidFill>
                  <a:srgbClr val="4A5568"/>
                </a:solidFill>
                <a:latin typeface="Consolas"/>
                <a:ea typeface="微軟正黑體"/>
              </a:rPr>
              <a:t>!model 確認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74719"/>
            <a:ext cx="5120640" cy="233172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22960" y="3703319"/>
            <a:ext cx="4572000" cy="1874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都在 server\wsl2\vllmctl.cmd 裡輸入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preset quality   # 內建組合：Qwen3-8B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 Qwen/Qwen3-8B-AWQ qwen3-8b 32768 hermes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models           # 列出用過的模型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switch qwen3-4b  # 換回去（設定保留）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bench            # 跑標準測試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0" y="3474719"/>
          <a:ext cx="5699454" cy="2194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9780"/>
                <a:gridCol w="3399674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model 的欄位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說明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Qwen/Qwen3-8B-AWQ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Hugging Face 模型 ID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qwen3-8b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裡顯示的名字（英數字）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32768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上下文；opencode 至少 16384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tool parser，依模型系列選（下一頁）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使用 Hugging Face 上的模型（例：Llama 3.2）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630936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40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條件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以 Llama 3.2 為例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要用 Instruct 版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Llama-3.2-3B-Instruct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授權模型先同意條款 + token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Meta Llama 要；Qwen 不用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顯存放得下（12GB 約到 8B 量化）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1B、3B 可以；11B Vision 不行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格式：原始權重 / AWQ / FP8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GGUF 不建議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支援 tool calling + 選對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6309360" cy="123444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5760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set HF_TOKEN hf_xxxxxxxx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model meta-llama/Llama-3.2-3B-Instruct llama3.2-3b 32768 llama3_json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0A04B"/>
                </a:solidFill>
                <a:latin typeface="Consolas"/>
                <a:ea typeface="微軟正黑體"/>
              </a:rPr>
              <a:t>bench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0" y="1600200"/>
          <a:ext cx="4510734" cy="37856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3451"/>
                <a:gridCol w="2117283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模型系列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tool parser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Qwen2.5 / Qwen3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hermes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Qwen3-Coder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qwen3_coder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3.1 / 3.2 / 3.3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llama3_json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Llama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llama4_pythonic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mistral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Gemma 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gemma4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GLM-4.5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glm45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gpt-oss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Consolas"/>
                          <a:ea typeface="微軟正黑體"/>
                        </a:rPr>
                        <a:t>openai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0" y="5486400"/>
            <a:ext cx="45107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選錯 parser：回應會直接出現 &lt;tool_call&gt; 文字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換模型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換模型的注意事項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77240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⏸️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切換時中斷約 1 分鐘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所有人（opencode、Discord）都會暫停；挑沒人用的時間或先通知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1607" y="189280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8847" y="180136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模型會佔硬碟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forget 不刪權重；用 hf cache ls 查、hf cache rm 刪（刪資料夾不會釋放）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77240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啟動失敗多半是顯存不足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set SERVE_MAX_LEN 16384 或換小模型；switch 隨時換回能用的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01752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61607" y="331012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🏷️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8847" y="321868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名稱改了要更新 client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同學重跑 install-client；servers.json 的 models 也要改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先同步管理腳本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repo 更新後執行 setup-host.cmd -SkipVllm（不會重裝 vLLM）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4434840"/>
            <a:ext cx="5410047" cy="123444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461607" y="4727448"/>
            <a:ext cx="594360" cy="59436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8847" y="4636008"/>
            <a:ext cx="42213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>
                <a:solidFill>
                  <a:srgbClr val="1B2433"/>
                </a:solidFill>
                <a:latin typeface="微軟正黑體"/>
                <a:ea typeface="微軟正黑體"/>
              </a:rPr>
              <a:t>別讓防火牆被重設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4A5568"/>
                </a:solidFill>
                <a:latin typeface="微軟正黑體"/>
                <a:ea typeface="微軟正黑體"/>
              </a:rPr>
              <a:t>加過 VPN 網段：同步時也帶上 -AllowFrom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安全性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四層保護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68680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API 金鑰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每個請求都要帶 Authorization: Bearer 金鑰；外流就 new-key。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0020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53047" y="192024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447" y="192024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防火牆網段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8000 只開給實驗室網段 + 學校 VPN 網段，不用 Any。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68680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Funnel 只公開 /v1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vLLM 金鑰只保護 /v1；HTTPS 由 Tailscale 自動處理。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3703320"/>
            <a:ext cx="5410047" cy="1828800"/>
          </a:xfrm>
          <a:prstGeom prst="roundRect">
            <a:avLst>
              <a:gd name="adj" fmla="val 6000"/>
            </a:avLst>
          </a:prstGeom>
          <a:solidFill>
            <a:srgbClr val="FDFCF9"/>
          </a:solidFill>
          <a:ln w="9525">
            <a:solidFill>
              <a:srgbClr val="E2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553047" y="4023360"/>
            <a:ext cx="640080" cy="640080"/>
          </a:xfrm>
          <a:prstGeom prst="ellipse">
            <a:avLst/>
          </a:prstGeom>
          <a:solidFill>
            <a:srgbClr val="E6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</a:rPr>
              <a:t>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67447" y="4023360"/>
            <a:ext cx="385556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>
                <a:solidFill>
                  <a:srgbClr val="1B2433"/>
                </a:solidFill>
                <a:latin typeface="微軟正黑體"/>
                <a:ea typeface="微軟正黑體"/>
              </a:rPr>
              <a:t>資料留在實驗室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4A5568"/>
                </a:solidFill>
                <a:latin typeface="微軟正黑體"/>
                <a:ea typeface="微軟正黑體"/>
              </a:rPr>
              <a:t>模型、程式碼、對話都不經過雲端 API。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任何問題先看 vllmctl.cmd →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疑難排解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39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94414" cy="38039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215877"/>
                <a:gridCol w="6878537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症狀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處理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opencode：Cannot connect to API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status；沒在跑就 start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重開機後大家都連不到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要先登入 Windows；排程 vLLM-WSL-KeepAlive 要在執行中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同學連不到、筆電本機可以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IP 變了？筆電接手機熱點？在家要先連 VPN、網段加進防火牆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啟動失敗、顯存不足（OOM）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set SERVE_MAX_LEN 16384 或 set SERVE_GPU_UTIL 0.80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 報超過 context 上限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/compact 或 /new；常發生就加大 SERVE_MAX_LEN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Discord：連不上 vLLM / 金鑰錯誤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vllmctl.cmd → status；.env 的 LLM_API_KEY 清空後重啟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桌面版 port already in use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主機筆電才會遇到：重跑 install-client 會自動修正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563C9"/>
                </a:solidFill>
                <a:latin typeface="微軟正黑體"/>
                <a:ea typeface="微軟正黑體"/>
              </a:rPr>
              <a:t>06 管理與排錯 · 解除安裝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2433"/>
                </a:solidFill>
                <a:latin typeface="微軟正黑體"/>
                <a:ea typeface="微軟正黑體"/>
              </a:rPr>
              <a:t>解除安裝並還原原本的設定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40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1B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457200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筆電（主機），會要求系統管理員權限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server\wsl2\uninstall-host.cmd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看過清單後輸入 y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常用參數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-KeepModels      # 保留模型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-KeepOpencode    # 保留這台的 opencode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-RemoveWsl       # 整個刪除 Ubuntu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9EF"/>
                </a:solidFill>
                <a:latin typeface="Consolas"/>
                <a:ea typeface="微軟正黑體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onsolas"/>
                <a:ea typeface="微軟正黑體"/>
              </a:rPr>
              <a:t># 同學的電腦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0A04B"/>
                </a:solidFill>
                <a:latin typeface="Consolas"/>
                <a:ea typeface="微軟正黑體"/>
              </a:rPr>
              <a:t>opencode\client\uninstall-client.cmd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0" y="1600200"/>
          <a:ext cx="5699454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61862"/>
                <a:gridCol w="35375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項目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B2433"/>
                          </a:solidFill>
                          <a:latin typeface="微軟正黑體"/>
                          <a:ea typeface="微軟正黑體"/>
                        </a:rPr>
                        <a:t>移除 / 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E6ED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排程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 常駐、Discord bot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WSL 裡的 vLLM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服務、設定、金鑰、下載的模型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防火牆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vLLM-opencode-8000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.wslconfig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網路模式還原成安裝前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電源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睡眠 / 休眠 / 闔上螢幕還原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Funnel · OpenSSH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關閉 / 還原成安裝前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opencode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4A5568"/>
                          </a:solidFill>
                          <a:latin typeface="微軟正黑體"/>
                          <a:ea typeface="微軟正黑體"/>
                        </a:rPr>
                        <a:t>程式與實驗室設定（其他設定保留）</a:t>
                      </a:r>
                    </a:p>
                  </a:txBody>
                  <a:tcPr marL="109728" marR="109728" marT="45720" marB="45720" anchor="ctr">
                    <a:lnL w="9525">
                      <a:solidFill>
                        <a:srgbClr val="E2DFD8"/>
                      </a:solidFill>
                    </a:lnL>
                    <a:lnR w="9525">
                      <a:solidFill>
                        <a:srgbClr val="E2DFD8"/>
                      </a:solidFill>
                    </a:lnR>
                    <a:lnT w="9525">
                      <a:solidFill>
                        <a:srgbClr val="E2DFD8"/>
                      </a:solidFill>
                    </a:lnT>
                    <a:lnB w="9525">
                      <a:solidFill>
                        <a:srgbClr val="E2DFD8"/>
                      </a:solidFill>
                    </a:lnB>
                    <a:solidFill>
                      <a:srgbClr val="FDFC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5394960"/>
            <a:ext cx="5699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B9BB4"/>
                </a:solidFill>
                <a:latin typeface="微軟正黑體"/>
                <a:ea typeface="微軟正黑體"/>
              </a:rPr>
              <a:t>備份位置：%LOCALAPPDATA%\vllm-opencode-backup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A04B"/>
                </a:solidFill>
                <a:latin typeface="微軟正黑體"/>
                <a:ea typeface="微軟正黑體"/>
              </a:rPr>
              <a:t>總結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微軟正黑體"/>
                <a:ea typeface="微軟正黑體"/>
              </a:rPr>
              <a:t>指令小抄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BB4"/>
                </a:solidFill>
                <a:latin typeface="微軟正黑體"/>
                <a:ea typeface="微軟正黑體"/>
              </a:rPr>
              <a:t>實驗室本地 LLM 使用教學 ·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安裝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筆電主機（server\wsl2）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setup-host.cmd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同學電腦（opencode\client）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install-client.cmd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 bot（discord\client）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deploy.ps1 → start-bot.bat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43018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3018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在專案資料夾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opencode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3018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opencode 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/init  /models  /compact  /undo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Discord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!ppt  !word  !excel  !web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600200"/>
            <a:ext cx="3545738" cy="4206240"/>
          </a:xfrm>
          <a:prstGeom prst="roundRect">
            <a:avLst>
              <a:gd name="adj" fmla="val 6000"/>
            </a:avLst>
          </a:prstGeom>
          <a:solidFill>
            <a:srgbClr val="1C2B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7356" y="187452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0A04B"/>
                </a:solidFill>
                <a:latin typeface="微軟正黑體"/>
                <a:ea typeface="微軟正黑體"/>
              </a:rPr>
              <a:t>管理（vllmctl.cmd）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7356" y="256032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連線資訊 / 紀錄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info ·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7356" y="361188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換模型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preset quality · 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7356" y="4663440"/>
            <a:ext cx="290565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微軟正黑體"/>
                <a:ea typeface="微軟正黑體"/>
              </a:rPr>
              <a:t>換金鑰 / 校外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onsolas"/>
                <a:ea typeface="微軟正黑體"/>
              </a:rPr>
              <a:t>new-key · funnel.cmd on|off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