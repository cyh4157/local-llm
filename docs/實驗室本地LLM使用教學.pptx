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安裝結束時畫面會印一次網址與金鑰，之後忘了隨時可以查。最簡單是雙擊 vllmctl.cmd 輸入 info；在 PowerShell 也可以直接加參數。只想看金鑰的話，可以直接讀 WSL 裡的設定檔。金鑰等同密碼，只私下給實驗室成員；外流就用 new-key 換一組。Discord bot 會自動讀，不用給它。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裝完、換模型、重開機之後，先在主機上自己測一次，再請同學連。指令都在 Linux 裡執行：筆電主機先輸入 wsl -d Ubuntu 進入 Ubuntu，Ubuntu 伺服器直接執行。健康檢查印出 ok 代表服務在跑；計時測試會真的請模型回一句話，金鑰從 vllm.env 讀，不用貼。正常 1 秒內回來；Couldn't connect 代表還在啟動或沒在跑；超過 10 秒或卡住，看下一頁的排查。bench 是完整測速，會測單人、多人同時與長文件，約數分鐘。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照順序看：服務狀態與紀錄 → GPU 有沒有在動 → CPU 誰在忙 → 用 py-spy 看 vLLM 卡在哪一行 → 驅動有沒有記錄 GPU 錯誤。實例：H200 生成每秒只有 0.2 token，GPU 使用率 0%，連 systemd 都停不掉。py-spy 顯示停在 cudaMemcpyAsync，也就是在等 GPU 傳輸；dmesg 沒有 Xid、PCIe Gen5 x16 正常，重開機後 Initializing model 從 107 秒變 6 秒，恢復正常。GPU 傳輸測速：~/vllm-server/.venv/bin/python 跑 torch 把 256MB 搬到 GPU，正常一般記憶體 5~20 GB/s、鎖定記憶體 30~55 GB/s。重開後還是一樣，或 dmesg 有 Xid，就交給機房檢查 GPU。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打錯或不在同一個網路。預設安裝桌面版，不會用終端機的同學也能直接用；習慣終端機的同學加 -Terminal 另外安裝終端機版。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管理者把 opencode\servers.example.json 複製成 servers.json，填好每台伺服器的網址和金鑰，再把整個 opencode 資料夾私下給同學。同學雙擊 install-client.cmd 就會依序加入每一台，不用自己輸入。最常見的錯誤是 name 用了中文：name 只能英數字，中文名稱請放在 label。國網這種每個人有自己金鑰的，key 留空，執行時會問。servers.json 有金鑰，已在 .gitignore 裡，不會上傳。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安裝前可以先用瀏覽器開伺服器網址（結尾 /v1）測試：看到 Unauthorized 代表連得到，只是瀏覽器沒帶金鑰；轉圈圈或打不開才是連不到（IP 錯、沒開機、沒連 VPN）。這是 servers.json 填了兩台伺服器時，雙擊 install-client.cmd 的實際畫面（右圖接在左圖後面）。第一台實驗室 GPT：先測試連線並列出模型，接著安裝桌面版、寫入設定、裝共用規則，每一步都是 [OK]。第二台國網的金鑰沒填對，出現 401 未經授權：這台會被跳過，其他照常安裝，修好金鑰後再雙擊一次就會補加入，已經加過的不會重複。最後一步裝好文件工具 labdoc 和 /slides、/pdf2word 等指令，看到「完成」後從開始選單開 OpenCode；OpenCode 原本開著的話要先關掉再開，才會讀到新設定。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填 servers.json 的 models 欄位前，先查伺服器上有哪些模型。實驗室的 vLLM 一次只載入一個模型，所以只會列出一個；國網會列出很多個，請挑支援工具呼叫的填進去。PowerShell 的 Invoke-RestMethod 可以只列出模型名稱，方便直接複製。install-client 執行時第 1 步也會列出。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只會讀寫你開啟的那個專案資料夾底下的檔案，所以一定要先開啟專案資料夾。第一次進專案先打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程式只用到 Message Content 這一個 privileged intent，其他兩個關掉，少收一類事件也少一份個資。公開機器人一定要關：開著的話，邀請連結外流時別人也能把 bot 拉進他們的伺服器，用的是實驗室的顯卡。關掉之後只有應用程式擁有者能邀請。重新導向 URI 只邀 bot 用不到，可以不填。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程式目前不檢查身分組，所以誰能用是靠 Discord 的頻道權限：bot 的身分組只開放 llm 頻道。ALLOWED_CHANNEL_ID 預設是空的，這時 bot 會回覆它看得到的每個頻道的每則訊息，上線前一定要填 #llm-問答 的頻道 ID（Discord 設定開啟開發者模式，對頻道按右鍵「複製頻道 ID」）。私訊不受頻道權限管，只要和 bot 在同一個伺服器就能私訊它。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的對話只在實驗室，但 Discord bot 的提問、附件和產出的檔案都會經過 Discord 的伺服器，要跟同學講清楚。bot 的對話記憶是以頻道為單位存在記憶體裡，同頻道所有人共用，bot 重啟就清空。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 和 opencode 共用同一張顯卡，4B 模型五人同時的總吞吐約 121 tok/s。程式目前沒有限流和排隊，一個人連續丟好幾個 !ppt 就會拖慢其他人。右欄是建議，還沒寫進程式；log 只記中繼資料，不記訊息全文。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左邊照順序做完就能上線。右邊四件事牽涉程式修改或使用規範，建議組會討論後再決定。斜線指令是 Discord 目前推薦的做法，改用後 bot 就不需要讀所有訊息的內容。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bench；不滿意就用 switch 換回來，設定會保留、也不用重新下載。最後請大家重跑 install-client，預設模型會自動更新。Discord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直接從 Hugging Face 下載模型，所以大部分模型都能用，但要符合幾個條件：要用 Instruct 版；授權模型（例如 Meta 的 Llama）要先在模型頁面同意條款並設定 token；格式用原始權重或 AWQ / FP8，GGUF 不建議；顯存要放得下；而且要支援工具呼叫並選對 parser。小模型通常比預設的 Qwen3-4B 弱，一定要跑 bench 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切換模型時 vLLM 會重啟，所有人都會暫停約一分鐘，挑沒人用的時間或先通知。下載過的模型會一直留在 WSL 裡佔硬碟，forget 不會刪權重。啟動失敗多半是顯存不足，調小上下文或換小模型，switch 隨時可以換回原本能用的模型。repo 更新後要先跑 setup-host -SkipVllm 同步管理腳本，加過 VPN 網段的話記得帶上同樣的 -AllowFrom。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setup-host 第一次安裝時，會先把電源、WSL 網路模式、OpenSSH 的原本狀態備份起來。uninstall-host 就照這份備份還原，並移除 vLLM、排程、防火牆規則和這台的 opencode。用舊版安裝、沒有備份的話，電源會改回 Windows 預設值，結束時會列出來。repo 的檔案和你自己下載的模型都不會動。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設定、指令、上線前檢查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金鑰、換模型、排錯、解除安裝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AI 助手（桌面版 / 終端機版）：讀寫專案檔案、執行指令、寫程式、查資料。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server\wsl2\setup-host.cmd，同意系統管理員權限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安裝完成：查看網址與 API 金鑰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76072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21208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1：雙擊 server\wsl2\vllmctl.cmd，輸入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2：PowerShell 直接執行（在 repo 資料夾）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3：只看金鑰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wsl -d Ubuntu -- grep SERVE_API_KEY ~/vllm-server/vllm.env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換一組新金鑰（舊的立即失效）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new-key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50593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info 會印出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5059375" cy="14173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148840"/>
            <a:ext cx="46021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模型名稱：qwen3-4b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vLLM 網址：http://192.168.1.23:8000/v1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API 金鑰 ：sk-vllm-3f9c…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566160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720840" y="3666744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639312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給同學：網址 + 金鑰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同學雙擊 install-client.cmd 貼上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325112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720840" y="4425696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98264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Discord bot 不用給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自動從 WSL 讀，換金鑰也會自動重讀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5084064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720840" y="5184648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157216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國網 API 金鑰是另一把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來自國網的通知信，不在 vllmctl 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主機安裝 · 測試（筆電與 Ubuntu 伺服器都適用）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測試 vLLM：送一句話並計時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98932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44068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筆電主機先進 Ubuntu（伺服器略過這行）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wsl -d Ubuntu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1. 健康檢查：印出 ok 就是服務在跑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curl -sS -m 3 http://127.0.0.1:8000/health &amp;&amp; echo ok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2. 送一句話並計時（金鑰從 vllm.env 讀）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source ~/vllm-server/vllm.env; time curl -sS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http://127.0.0.1:8000/v1/chat/completions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-H "Authorization: Bearer $SERVE_API_KEY"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-H "Content-Type: application/json"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-d "{\"model\":\"$SERVE_NAME\",\"max_tokens\":50,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\"messages\":[{\"role\":\"user\",\"content\":\"用一句話介紹台北\"}]}"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3. 完整測速（筆電：vllmctl.cmd bench）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bash ~/local-llm/server/vllm/vllmctl.sh 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60020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實際畫面：H200 回一句話只要 0.2 秒</a:t>
            </a:r>
          </a:p>
        </p:txBody>
      </p:sp>
      <p:pic>
        <p:nvPicPr>
          <p:cNvPr id="8" name="Picture 7" descr="vllm-test-cu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984248"/>
            <a:ext cx="4830775" cy="1546009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812280" y="2463510"/>
            <a:ext cx="4830775" cy="24736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87607" y="2308062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136024"/>
            <a:ext cx="1111078" cy="1082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67910" y="2980576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12280" y="3758857"/>
          <a:ext cx="483077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2859"/>
                <a:gridCol w="258791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看到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代表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① content 有中文回答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模型正常回應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② real 1 秒以內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速度正常（第一次可能 1~2 秒）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Couldn't connect to server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還在啟動或沒在跑 → 看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超過 10 秒、卡住不動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看下一頁：很慢或卡住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主機安裝 · 排查（實例：H200 每秒 0.2 token）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很慢或卡住：基本排查指令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6400800" cy="40690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85216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1. 服務狀態、最近紀錄（筆電：vllmctl.cmd status / logs）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bash ~/local-llm/server/vllm/vllmctl.sh status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journalctl -u vllm -n 40 --no-pager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journalctl -u vllm -f          # 即時看，Ctrl+C 離開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2. GPU 有沒有在動（顯存、使用率）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nvidia-smi --query-gpu=memory.used,utilization.gpu --format=csv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3. CPU 誰在忙（vLLM 都 0% = 在等東西，不是在算）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ps aux --sort=-%cpu | head -8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4. vLLM 卡在哪一行（py-spy 第一次要先裝）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~/.local/bin/uv pip install --python ~/vllm-server/.venv/bin/python py-spy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sudo ~/vllm-server/.venv/bin/py-spy dump --pid $(pgrep -f EngineCore)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5. 驅動有沒有記錄 GPU 錯誤（有 Xid 就是 GPU 出錯）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sudo dmesg -T | grep -iE "xid|nvrm" | tail -20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600200"/>
          <a:ext cx="4419294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32427"/>
                <a:gridCol w="2186867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看到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怎麼辦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Couldn't connect、ECONNREFUSED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還在啟動：journalctl -f 等 startup complete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紀錄有 Error / Traceback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往上找第一個 Error 才是原因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顯存不足（OutOfMemory）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set SERVE_MAX_LEN 調小，或換小一點的組合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很慢、GPU 0%、Running: 1 reqs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引擎卡住 → 用 py-spy 看卡在哪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py-spy 停在 cudaMemcpyAsync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在等 GPU 傳輸 → sudo reboot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dmesg 有 Xid、重開還是一樣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GPU 或虛擬化平台問題 → 交給機房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806440"/>
            <a:ext cx="11094415" cy="45720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B2433"/>
                </a:solidFill>
                <a:latin typeface="微軟正黑體"/>
                <a:ea typeface="微軟正黑體"/>
              </a:rPr>
              <a:t>實例 H200：</a:t>
            </a: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每秒 0.2 token、GPU 0% → py-spy 停在 cudaMemcpyAsync → dmesg 沒 Xid → 重開機，Initializing model 107 秒 → 6 秒，恢復正常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複製專案的整個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開始選單開「OpenCode」，開啟專案資料夾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安裝桌面版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加入其他伺服器：不用重裝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install-client.cmd -Url &lt;網址&gt; -Key &lt;金鑰&gt; -Name server2 -SkipInstall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終端機版：加 -Terminal　·　Ubuntu：install-client.sh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servers.json：先填好，同學雙擊就加入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66344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{ "servers": [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"labgpt",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"實驗室GPT",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"http://140.110.146.54:8000/v1",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"sk-vllm-…",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"default": true },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"nchc",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"NCHC GenAI",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"https://inner-medusa.genai.nchc.org.tw/v1",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"context": 32768,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"models": ["gpt-oss-120b", "GLM-5.2"] }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]}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00200"/>
          <a:ext cx="5608014" cy="36210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5793"/>
                <a:gridCol w="4132221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怎麼填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name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英數字代號，不能用中文、不能重複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label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裡顯示的名稱，可以用中文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url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伺服器網址，結尾要有 /v1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key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API 金鑰；留空 = 執行時再問（國網）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default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true = 設成預設模型（只設一台）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只加入這些模型；不填 = 全部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context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伺服器沒回報時的上下文（國網 32768）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enabled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false = 先不加入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5349239"/>
            <a:ext cx="5608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410C"/>
                </a:solidFill>
                <a:latin typeface="微軟正黑體"/>
                <a:ea typeface="微軟正黑體"/>
              </a:rPr>
              <a:t>⚠️ servers.json 有金鑰：只私下傳給同學，不要上傳或貼到群組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實際執行：servers.json 有兩台，依序加入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pic>
        <p:nvPicPr>
          <p:cNvPr id="5" name="Picture 4" descr="install-clien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10047" cy="3506920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pic>
        <p:nvPicPr>
          <p:cNvPr id="6" name="Picture 5" descr="install-client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1600200"/>
            <a:ext cx="5410047" cy="3491166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48640" y="2126238"/>
            <a:ext cx="2380420" cy="33315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73612" y="197079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3153768"/>
            <a:ext cx="4490339" cy="43639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67898" y="299832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677443"/>
            <a:ext cx="5410047" cy="61095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87606" y="3521995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pic>
        <p:nvPicPr>
          <p:cNvPr id="13" name="Picture 12" descr="browser-unauthoriz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35720"/>
            <a:ext cx="2240280" cy="866981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14" name="Rounded Rectangle 13"/>
          <p:cNvSpPr/>
          <p:nvPr/>
        </p:nvSpPr>
        <p:spPr>
          <a:xfrm>
            <a:off x="548640" y="5907927"/>
            <a:ext cx="963320" cy="17339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56512" y="575247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533572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安裝前：瀏覽器測試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開伺服器網址，看到 Unauthorized 就是連得到（只是沒帶金鑰）</a:t>
            </a:r>
          </a:p>
        </p:txBody>
      </p:sp>
      <p:sp>
        <p:nvSpPr>
          <p:cNvPr id="17" name="Oval 16"/>
          <p:cNvSpPr/>
          <p:nvPr/>
        </p:nvSpPr>
        <p:spPr>
          <a:xfrm>
            <a:off x="4983480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2392" y="5335720"/>
            <a:ext cx="1640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測試連線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列出伺服器上的模型，[OK] 才往下裝</a:t>
            </a:r>
          </a:p>
        </p:txBody>
      </p:sp>
      <p:sp>
        <p:nvSpPr>
          <p:cNvPr id="19" name="Oval 18"/>
          <p:cNvSpPr/>
          <p:nvPr/>
        </p:nvSpPr>
        <p:spPr>
          <a:xfrm>
            <a:off x="7264298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3210" y="5335720"/>
            <a:ext cx="1640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401 未經授權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金鑰沒填或填錯：先跳過，修好再雙擊</a:t>
            </a:r>
          </a:p>
        </p:txBody>
      </p:sp>
      <p:sp>
        <p:nvSpPr>
          <p:cNvPr id="21" name="Oval 20"/>
          <p:cNvSpPr/>
          <p:nvPr/>
        </p:nvSpPr>
        <p:spPr>
          <a:xfrm>
            <a:off x="9545116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4028" y="5335720"/>
            <a:ext cx="1640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文件工具與 /指令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labdoc、/slides、/pdf2word 等一起裝好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查看伺服器上有哪些模型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676656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2179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實驗室主機（在主機筆電上）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      # 目前載入的模型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models    # 用過的模型（可 switch）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任何電腦（PowerShell）：先設網址與金鑰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"http://140.110.146.54:8000/v1"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$k = "你的金鑰"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(irm "$u/models" -Headers @{Authorization="Bearer $k"}).data.id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國網：換成國網網址與自己的金鑰，再執行上面那行 irm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"https://inner-medusa.genai.nchc.org.tw/v1"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0020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772400" y="182880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78308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 vLLM：只會有 1 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一次只載入一個模型，換模型用 vllmctl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0" y="32461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20040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國網：會列出很多個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挑支援工具呼叫的，填進 servers.json 的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43484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0" y="466344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61772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install-client 也會列出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執行時第 1 步「測試連線」會顯示模型清單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桌面版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開始選單 → OpenCode → 開啟專案資料夾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終端機版（-Terminal 才有）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模型選單 / 輸入 /models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選 laptop/qwen3-4b = 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discord\client 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Developer Portal 建 bot：只開 MESSAGE CONTENT INTENT（下一頁）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用 OAuth2 網址邀請 bot（bot + 四項權限），token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cd discord\client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Developer Portal：只開需要的權限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64008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Bot 頁的開關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原因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公開機器人 Public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開著時，拿到邀請連結的人都能把 bot 加進自己的伺服器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需要 OAuth2 代碼授權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只邀請 bot 用不到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Presence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程式沒用到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Server Members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程式沒用到；之後要依身分組限制才開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Message Content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必要：! 指令要讀訊息內容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00200"/>
            <a:ext cx="4053535" cy="2377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35048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OAuth2 → URL 產生器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範圍：</a:t>
            </a:r>
            <a:r>
              <a:rPr sz="1300" b="0">
                <a:solidFill>
                  <a:srgbClr val="1B2433"/>
                </a:solidFill>
                <a:latin typeface="Consolas"/>
                <a:ea typeface="微軟正黑體"/>
              </a:rPr>
              <a:t>bot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權限：</a:t>
            </a:r>
            <a:r>
              <a:rPr sz="1300" b="0">
                <a:solidFill>
                  <a:srgbClr val="1B2433"/>
                </a:solidFill>
                <a:latin typeface="Consolas"/>
                <a:ea typeface="微軟正黑體"/>
              </a:rPr>
              <a:t>View Channels · Send Messages · Read Message History · Attach Files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Attach Files 用來回傳 pptx / docx / xlsx；不要勾 Administrator。重新導向 URI 不用填。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4160520"/>
            <a:ext cx="4053535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0" y="4315968"/>
            <a:ext cx="3504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Token 等於 bot 本身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只放 .env；不要截圖、貼 Notion 或 Discord。外洩就到 Bot 頁 Reset Token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頻道與身分組：先決定 bot 在哪裡說話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59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3291840"/>
                <a:gridCol w="210311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頻道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用途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bot 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一般問答；ID 填進 ALLOWED_CHANNEL_ID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可讀、可發言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#llm-文件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!ppt / !word / !excel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可讀、可發言、可附檔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#llm-公告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維護、換模型、離線通知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唯讀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#llm-回報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錯誤與建議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看不到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0020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170992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@實驗室成員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才看得到 llm 頻道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56032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0" y="267004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@LLM 管理者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管 bot 設定、發公告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52044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363016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@llm-bot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只給 llm 頻道的權限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.env 的 ALLOWED_CHANNEL_ID 預設空白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空白時 bot 會回覆它看得到的每個頻道的每則訊息，上線前一定要填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安全與隱私：模型在本地，對話不在本地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訊息存在 Discord 雲端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提問、附件、產出的檔案都經過 Discord；未公開數據、個資、帳密不要貼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記憶是整個頻道共用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同頻道的人共用最近 10 則對話；換話題先 !reset，私事用私訊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6850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Token 只放 .env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.env 已在 .gitignore；截圖、群組都別貼，外洩就 Reset Token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4290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7033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6850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產出是草稿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 [待補]、數據要查證，交出去前要人工檢查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資源與維運：一張顯卡，出事要查得到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3" cy="38404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0300"/>
                <a:gridCol w="3915675"/>
                <a:gridCol w="5438438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現況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共用顯卡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bot 與 opencode 共用，沒有限流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每人冷卻、一次一個產檔；排隊時先回「處理中」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筆電休眠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睡眠或重開機時 bot 離線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電源設永不睡眠；離線時在 #llm-公告 通知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使用紀錄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只在終端機印上線訊息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 log：時間、使用者、指令、耗時、錯誤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健康檢查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同學自己發現沒回應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加 !status：目前模型、排隊數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Token / 套件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沒有固定規則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每學期 Reset Token；定期更新 discord.py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交接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設定只在個人帳號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Developer Portal 建 Team，加第二位管理者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上線前檢查，與要一起決定的事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狀態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完成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建立 llm-bot，開啟 Message Content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關閉公開機器人、Presence、Server Members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 OAuth2 網址邀請 bot（bot + 四項權限）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建頻道與身分組，填 ALLOWED_CHANNEL_ID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deploy.ps1、填 Token、install-autostart.ps1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每個指令實測一次（含附件、回覆訊息）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重開機後確認 bot 自動上線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#llm-公告 貼使用規範與指令表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132320" y="160020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06640" y="170992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誰能用？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全伺服器，或只限 @實驗室成員（要改程式檢查身分組）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65176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06640" y="276148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開放私訊嗎？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私訊不受頻道權限管，同伺服器的人都能用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70332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06640" y="381304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記憶怎麼分？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維持每頻道共用，或改成每人、每個討論串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475488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06640" y="486460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改用斜線指令？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/ppt 有提示好上手，長期可不用 Message Content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server\wsl2\funnel.cmd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server\wsl2\vllmctl.cmd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206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 · switch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列出用過的模型 / 切換回去（設定會保留）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換模型：五個步驟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31520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3243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996123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6475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跑測試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bench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260726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078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不滿意就換回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switch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qwen3-4b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449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525329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681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5329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install-client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789932" y="1801368"/>
            <a:ext cx="438912" cy="438912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20284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9932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!model 確認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74719"/>
            <a:ext cx="5120640" cy="23317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3703319"/>
            <a:ext cx="457200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都在 server\wsl2\vllmctl.cmd 裡輸入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內建組合：Qwen3-8B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models           # 列出用過的模型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switch qwen3-4b  # 換回去（設定保留）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bench            # 跑標準測試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0" y="3474719"/>
          <a:ext cx="569945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model 的欄位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裡顯示的名字（英數字）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tool parser，依模型系列選（下一頁）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使用 Hugging Face 上的模型（例：Llama 3.2）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40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條件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以 Llama 3.2 為例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要用 Instruct 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Llama-3.2-3B-Instruct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授權模型先同意條款 +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Meta Llama 要；Qwen 不用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顯存放得下（12GB 約到 8B 量化）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1B、3B 可以；11B Vision 不行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格式：原始權重 / AWQ / FP8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GGUF 不建議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支援 tool calling + 選對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6309360" cy="1234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set HF_TOKEN hf_xxxxxxxx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model meta-llama/Llama-3.2-3B-Instruct llama3.2-3b 32768 llama3_json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bench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0" y="1600200"/>
          <a:ext cx="4510734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3451"/>
                <a:gridCol w="2117283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模型系列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tool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Qwen2.5 / Qwen3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Qwen3-Coder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3.1 / 3.2 / 3.3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llama4_pythonic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Gemma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gemma4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GLM-4.5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glm45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gpt-oss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openai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0" y="5486400"/>
            <a:ext cx="45107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選錯 parser：回應會直接出現 &lt;tool_call&gt; 文字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換模型的注意事項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⏸️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切換時中斷約 1 分鐘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所有人（opencode、Discord）都會暫停；挑沒人用的時間或先通知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61607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模型會佔硬碟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forget 不刪權重；用 hf cache ls 查、hf cache rm 刪（刪資料夾不會釋放）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啟動失敗多半是顯存不足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set SERVE_MAX_LEN 16384 或換小模型；switch 隨時換回能用的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61607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🏷️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名稱改了要更新 client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同學重跑 install-client；servers.json 的 models 也要改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先同步管理腳本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repo 更新後執行 setup-host.cmd -SkipVllm（不會重裝 vLLM）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8847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別讓防火牆被重設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加過 VPN 網段：同步時也帶上 -AllowFrom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桌面版 port already in use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主機筆電才會遇到：重跑 install-client 會自動修正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解除安裝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解除安裝並還原原本的設定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筆電（主機），會要求系統管理員權限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server\wsl2\uninstall-host.cmd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看過清單後輸入 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-KeepModels      # 保留模型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-KeepOpencode    # 保留這台的 opencode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-RemoveWsl       # 整個刪除 Ubuntu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同學的電腦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opencode\client\uninstall-client.cmd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00200"/>
          <a:ext cx="5699454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61862"/>
                <a:gridCol w="35375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移除 / 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排程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常駐、Discord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WSL 裡的 vLLM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服務、設定、金鑰、下載的模型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vLLM-opencode-8000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.wslconfig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網路模式還原成安裝前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 / 休眠 / 闔上螢幕還原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Funnel · OpenSSH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 / 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程式與實驗室設定（其他設定保留）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5394960"/>
            <a:ext cx="5699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備份位置：%LOCALAPPDATA%\vllm-opencode-backup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筆電主機（server\wsl2）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bot（discord\client）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