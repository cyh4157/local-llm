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打錯或不在同一個網路。裝完一定要開新的終端機，PATH 才會生效。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只會讀寫目前資料夾底下的檔案，所以要先 cd 到專案資料夾再啟動。第一次進專案先打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bench，再請大家重跑 install-client，原本指向舊模型的預設值會自動改成新模型。Discord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產生 PPT / Word / Excel 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終端機裡的 AI 助手：讀寫專案檔案、執行指令、寫程式、查資料、寫作業。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server\wsl2\setup-host.cmd，同意系統管理員權限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開一個新的終端機，cd 到專案資料夾，輸入 opencode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用 Scoop 裝 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Ubuntu 電腦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bash opencode/client/install-client.sh --url &lt;網址&gt; --key &lt;金鑰&gt; --name laptop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桌面版：opencode.ai/download 下載，再用 -SkipInstall 跑一次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開新的終端機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確認用的是筆電的模型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/models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畫面下方顯示 laptop/qwen3-4b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代表正在用筆電的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discord\client 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Discord Developer Portal 建 bot，打開 MESSAGE CONTENT INTENT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邀請 bot 時權限要勾 Attach Files，token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cd discord\client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server\wsl2\funnel.cmd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server\wsl2\vllmctl.cmd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換新模型，四個步驟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19423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3783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確認正常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vllmctl.cmd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bench（約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5967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install-client.cmd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600200"/>
            <a:ext cx="2567863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03791" y="1828800"/>
            <a:ext cx="457200" cy="457200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8151" y="1856232"/>
            <a:ext cx="16534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2423160"/>
            <a:ext cx="2110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!model 確認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11880"/>
            <a:ext cx="5120640" cy="21945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3840480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內建組合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laptop    # 換回 Qwen3-4B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任意 Hugging Face 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943600" y="3611880"/>
          <a:ext cx="5699454" cy="2103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 用 hermes；Coder 用 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輸入 opencode 找不到指令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開一個新的終端機視窗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筆電主機（server\wsl2）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bot（discord\client）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